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71" r:id="rId2"/>
    <p:sldId id="566" r:id="rId3"/>
    <p:sldId id="57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4D6D643-EA5E-489B-16B6-9B1728D3D8E8}"/>
              </a:ext>
            </a:extLst>
          </p:cNvPr>
          <p:cNvGrpSpPr>
            <a:grpSpLocks/>
          </p:cNvGrpSpPr>
          <p:nvPr/>
        </p:nvGrpSpPr>
        <p:grpSpPr bwMode="auto">
          <a:xfrm>
            <a:off x="179917" y="2233613"/>
            <a:ext cx="12012083" cy="1052512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FFFF46B-82B5-2DEE-2B92-E15F53A09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0888F1F1-90E0-A5D8-2B1B-071122621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52F12BF6-38C2-565F-3A4E-865D8C10E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82D02BA-A651-6833-7D78-3C1DB87EC7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51E2B36-157C-B2B4-198A-724F678B9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BA6150-68A2-70E6-A07A-02A2CF037A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A9FC6469-F1DE-85ED-58A1-8907DD7F1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sz="1800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411A61BD-CA70-8D2C-6B49-B27C37585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sz="1800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007B6922-F24A-BBD5-F894-D72FDCDD160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sz="1800"/>
            </a:p>
          </p:txBody>
        </p:sp>
      </p:grpSp>
      <p:sp>
        <p:nvSpPr>
          <p:cNvPr id="143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619219" y="1643050"/>
            <a:ext cx="9982197" cy="1143008"/>
          </a:xfrm>
        </p:spPr>
        <p:txBody>
          <a:bodyPr anchor="ctr"/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285973" y="3500438"/>
            <a:ext cx="8534400" cy="1752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32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6F594815-4FB7-CD25-BF66-92C70B5DFA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B0727C9-1F29-DCDE-ACEA-034FBC880A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A5E9823-CBFF-0CEA-77DF-4838E24EB2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6389A9-249E-49A4-ABBA-268282FA29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88737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99FB814-4C2F-E171-1A95-FABA48BAFC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D5F89DC-A476-FDB8-D8B3-33336D1C42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83F49D5-6AE3-9190-0F50-9DC7A455C8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ECFCA-AE0B-46FD-8065-A7E6F84B70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4144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5FF8FA3-C607-B974-1B8B-0F08FCF584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C1A0C33-5B56-E720-BBAC-50020D00D4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B7E7092-4328-0556-E120-19DBFDBE5E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C7BC0-5FFF-4071-A29F-6ADCA63C007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3125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47C35D5-105D-4A4E-0A88-E5A566E13C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1342B2B-8B85-D472-57E9-380FEFFFA5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3A209EA-7154-5BA0-166B-38AF5AC954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653B4-0C12-4198-9BA6-B98E5E4787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673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7E5F2A6-75EA-6E5F-09FA-DB6ACEB6E8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EC5A9B1-E1CF-B1BA-20C8-13E8848A2B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4000079-8220-7347-C0CA-EBEEBD8766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804208-A36A-4EF3-8992-CDD8DF9235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66541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DF41A7D-8FB9-D784-A115-B096F3BB57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6B87140-AF7A-ED47-D92E-E7298712CE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7FAECD2-9191-8EEA-6B0C-58C12B80E1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B6A25E-B551-4694-8A78-290E9A963A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919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A574BF8D-B6E5-867B-E080-2DEE1E43D1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BCE76B16-318C-B690-33AC-FAAD8F6FDC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3FDC9A-4725-8725-338C-7DAD89988A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BCA01-D480-4917-822E-CF2DEBAA76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49381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AB0184C-3200-28E3-EF24-EB0C57EFCD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5A2E5F1-22EF-8350-28B4-C1006831D8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1D38189-DF0E-67C3-8EC8-AEFA536BE6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6D1A19-54B3-43C9-920B-D40E6B7C95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08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CD963CF-7CD6-E839-C435-BE794FCB75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3721D95-43A0-FD38-DF37-8DED0432B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E3AC501-D725-5FC9-8F9B-5D3A820CFE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83B95-8563-4C1E-8D07-3AADA02622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396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F4C8A71-6009-DB73-B2CC-EC241C493F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30057C8-FD0F-8159-2A70-0BB9F2F2C8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681671E-DA1B-56E5-A9FF-80CBDB7E2A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96472-B3F6-43A9-85CE-B6FD9F46A5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85206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338733" y="214313"/>
            <a:ext cx="2601384" cy="5918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534584" y="214313"/>
            <a:ext cx="7600949" cy="5918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E236366-9C2E-8EB6-C5CD-2D1134AB77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ADA27B8-A482-FB46-21DC-BC5E9CF3D9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DD5015F-D2E4-2EB1-3FF7-29D36705EA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974A6-4E7D-4701-AFF1-0955DA48EE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273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2FF834-6344-50E4-74F8-C0A80E5C74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87351" y="369888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725696-64D7-E7CF-3BA6-5A1F6CD2DD6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97467" y="369888"/>
            <a:ext cx="438151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8" name="Rectangle 5">
            <a:extLst>
              <a:ext uri="{FF2B5EF4-FFF2-40B4-BE49-F238E27FC236}">
                <a16:creationId xmlns:a16="http://schemas.microsoft.com/office/drawing/2014/main" id="{22DABE30-35BA-C557-8C7A-6AAF835212C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045633" y="792163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549969F0-76BA-98FF-1A7C-D567DC686B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719139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30" name="Rectangle 7">
            <a:extLst>
              <a:ext uri="{FF2B5EF4-FFF2-40B4-BE49-F238E27FC236}">
                <a16:creationId xmlns:a16="http://schemas.microsoft.com/office/drawing/2014/main" id="{1D4AB7D3-7562-2EDA-DB9D-0BB98B35EAC9}"/>
              </a:ext>
            </a:extLst>
          </p:cNvPr>
          <p:cNvSpPr>
            <a:spLocks noChangeArrowheads="1"/>
          </p:cNvSpPr>
          <p:nvPr/>
        </p:nvSpPr>
        <p:spPr bwMode="gray">
          <a:xfrm>
            <a:off x="846667" y="261938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1B4AF6B0-DDEA-CAE0-6903-195CEE4E64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1218" y="105251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A45E1B5B-5D78-A87F-CDAA-6D9DDB849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214314"/>
            <a:ext cx="10390716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33" name="Rectangle 10">
            <a:extLst>
              <a:ext uri="{FF2B5EF4-FFF2-40B4-BE49-F238E27FC236}">
                <a16:creationId xmlns:a16="http://schemas.microsoft.com/office/drawing/2014/main" id="{70694A20-88FD-97E1-89D5-CED1F5027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57251" y="1143000"/>
            <a:ext cx="11082867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3323" name="Rectangle 11">
            <a:extLst>
              <a:ext uri="{FF2B5EF4-FFF2-40B4-BE49-F238E27FC236}">
                <a16:creationId xmlns:a16="http://schemas.microsoft.com/office/drawing/2014/main" id="{0F2EF0E4-5E1C-FE52-D74C-287EDD1F507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49400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C8FE5C5B-7C32-7FA9-A47B-E59E371480F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76800" y="62436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7FCF6D14-452F-A886-7CE4-5AB16768E4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pPr>
              <a:defRPr/>
            </a:pPr>
            <a:fld id="{C441A837-C891-4FCA-A360-111C760E07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731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DDFA5B1-C197-6E04-2025-8614EDB17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트리운행 연습문제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732EB2-AB9B-ED3E-35FD-7E6370E4F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140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내용 개체 틀 2">
            <a:extLst>
              <a:ext uri="{FF2B5EF4-FFF2-40B4-BE49-F238E27FC236}">
                <a16:creationId xmlns:a16="http://schemas.microsoft.com/office/drawing/2014/main" id="{BA2B833D-CC06-550A-96DB-B15ED9B4EB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47914" y="188913"/>
            <a:ext cx="8169275" cy="1357312"/>
          </a:xfrm>
        </p:spPr>
        <p:txBody>
          <a:bodyPr/>
          <a:lstStyle/>
          <a:p>
            <a:r>
              <a:rPr lang="ko-KR" altLang="en-US"/>
              <a:t>전위 운행 </a:t>
            </a:r>
            <a:r>
              <a:rPr lang="en-US" altLang="ko-KR"/>
              <a:t>: </a:t>
            </a:r>
            <a:r>
              <a:rPr lang="en-US" altLang="ko-KR">
                <a:solidFill>
                  <a:srgbClr val="FF0000"/>
                </a:solidFill>
              </a:rPr>
              <a:t>root</a:t>
            </a:r>
            <a:r>
              <a:rPr lang="en-US" altLang="ko-KR"/>
              <a:t> </a:t>
            </a:r>
            <a:r>
              <a:rPr lang="en-US" altLang="ko-KR">
                <a:solidFill>
                  <a:srgbClr val="0000FF"/>
                </a:solidFill>
              </a:rPr>
              <a:t>– left - right : </a:t>
            </a:r>
            <a:r>
              <a:rPr lang="en-US" altLang="ko-KR"/>
              <a:t>A, B, D, G, E, H, C, F</a:t>
            </a:r>
          </a:p>
          <a:p>
            <a:r>
              <a:rPr lang="ko-KR" altLang="en-US"/>
              <a:t>중위 운행 </a:t>
            </a:r>
            <a:r>
              <a:rPr lang="en-US" altLang="ko-KR"/>
              <a:t>: </a:t>
            </a:r>
            <a:r>
              <a:rPr lang="en-US" altLang="ko-KR">
                <a:solidFill>
                  <a:srgbClr val="0000FF"/>
                </a:solidFill>
              </a:rPr>
              <a:t>left</a:t>
            </a:r>
            <a:r>
              <a:rPr lang="en-US" altLang="ko-KR"/>
              <a:t> – </a:t>
            </a:r>
            <a:r>
              <a:rPr lang="en-US" altLang="ko-KR">
                <a:solidFill>
                  <a:srgbClr val="FF0000"/>
                </a:solidFill>
              </a:rPr>
              <a:t>root</a:t>
            </a:r>
            <a:r>
              <a:rPr lang="en-US" altLang="ko-KR"/>
              <a:t> – </a:t>
            </a:r>
            <a:r>
              <a:rPr lang="en-US" altLang="ko-KR">
                <a:solidFill>
                  <a:srgbClr val="0000FF"/>
                </a:solidFill>
              </a:rPr>
              <a:t>right : </a:t>
            </a:r>
            <a:r>
              <a:rPr lang="en-US" altLang="ko-KR"/>
              <a:t>D, G, B, H, E, A, C, F</a:t>
            </a:r>
            <a:endParaRPr lang="en-US" altLang="ko-KR">
              <a:solidFill>
                <a:srgbClr val="0000FF"/>
              </a:solidFill>
            </a:endParaRPr>
          </a:p>
          <a:p>
            <a:r>
              <a:rPr lang="ko-KR" altLang="en-US"/>
              <a:t>후위 운행 </a:t>
            </a:r>
            <a:r>
              <a:rPr lang="en-US" altLang="ko-KR"/>
              <a:t>: </a:t>
            </a:r>
            <a:r>
              <a:rPr lang="en-US" altLang="ko-KR">
                <a:solidFill>
                  <a:srgbClr val="0000FF"/>
                </a:solidFill>
              </a:rPr>
              <a:t>left</a:t>
            </a:r>
            <a:r>
              <a:rPr lang="en-US" altLang="ko-KR"/>
              <a:t> – </a:t>
            </a:r>
            <a:r>
              <a:rPr lang="en-US" altLang="ko-KR">
                <a:solidFill>
                  <a:srgbClr val="0000FF"/>
                </a:solidFill>
              </a:rPr>
              <a:t>right</a:t>
            </a:r>
            <a:r>
              <a:rPr lang="en-US" altLang="ko-KR"/>
              <a:t> – </a:t>
            </a:r>
            <a:r>
              <a:rPr lang="en-US" altLang="ko-KR">
                <a:solidFill>
                  <a:srgbClr val="FF0000"/>
                </a:solidFill>
              </a:rPr>
              <a:t>root : </a:t>
            </a:r>
            <a:r>
              <a:rPr lang="en-US" altLang="ko-KR"/>
              <a:t>G, D, H, E, B, F, C, A</a:t>
            </a:r>
            <a:endParaRPr lang="ko-KR" altLang="en-US"/>
          </a:p>
        </p:txBody>
      </p:sp>
      <p:sp>
        <p:nvSpPr>
          <p:cNvPr id="263171" name="슬라이드 번호 개체 틀 3">
            <a:extLst>
              <a:ext uri="{FF2B5EF4-FFF2-40B4-BE49-F238E27FC236}">
                <a16:creationId xmlns:a16="http://schemas.microsoft.com/office/drawing/2014/main" id="{34447947-C7C0-60A3-DFAB-3169395F7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3DEEAF82-D923-48B2-A4B8-F0F0E1E31AEA}" type="slidenum">
              <a:rPr kumimoji="0" lang="en-US" altLang="ko-KR" sz="1400" b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</a:t>
            </a:fld>
            <a:endParaRPr kumimoji="0" lang="en-US" altLang="ko-KR" sz="1400" b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63172" name="그룹 103">
            <a:extLst>
              <a:ext uri="{FF2B5EF4-FFF2-40B4-BE49-F238E27FC236}">
                <a16:creationId xmlns:a16="http://schemas.microsoft.com/office/drawing/2014/main" id="{3EEA81FC-C97A-C80D-3785-29C713B1D64C}"/>
              </a:ext>
            </a:extLst>
          </p:cNvPr>
          <p:cNvGrpSpPr>
            <a:grpSpLocks/>
          </p:cNvGrpSpPr>
          <p:nvPr/>
        </p:nvGrpSpPr>
        <p:grpSpPr bwMode="auto">
          <a:xfrm>
            <a:off x="1781175" y="1636713"/>
            <a:ext cx="8789988" cy="3319462"/>
            <a:chOff x="142844" y="2428868"/>
            <a:chExt cx="8789986" cy="3319146"/>
          </a:xfrm>
        </p:grpSpPr>
        <p:grpSp>
          <p:nvGrpSpPr>
            <p:cNvPr id="263173" name="그룹 47">
              <a:extLst>
                <a:ext uri="{FF2B5EF4-FFF2-40B4-BE49-F238E27FC236}">
                  <a16:creationId xmlns:a16="http://schemas.microsoft.com/office/drawing/2014/main" id="{9549A4C2-73DC-31F2-6E94-448C0E50DD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844" y="2428868"/>
              <a:ext cx="2742165" cy="2500330"/>
              <a:chOff x="285720" y="2214554"/>
              <a:chExt cx="3832773" cy="3257568"/>
            </a:xfrm>
          </p:grpSpPr>
          <p:grpSp>
            <p:nvGrpSpPr>
              <p:cNvPr id="263223" name="그룹 22">
                <a:extLst>
                  <a:ext uri="{FF2B5EF4-FFF2-40B4-BE49-F238E27FC236}">
                    <a16:creationId xmlns:a16="http://schemas.microsoft.com/office/drawing/2014/main" id="{3E93715D-722A-B57E-9897-95BD386906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5720" y="2571744"/>
                <a:ext cx="3794307" cy="2900378"/>
                <a:chOff x="3886201" y="2000240"/>
                <a:chExt cx="3794307" cy="2900378"/>
              </a:xfrm>
            </p:grpSpPr>
            <p:sp>
              <p:nvSpPr>
                <p:cNvPr id="263232" name="타원 23">
                  <a:extLst>
                    <a:ext uri="{FF2B5EF4-FFF2-40B4-BE49-F238E27FC236}">
                      <a16:creationId xmlns:a16="http://schemas.microsoft.com/office/drawing/2014/main" id="{82BFA332-4B0B-8AA8-F026-83B1B11A12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43570" y="2000240"/>
                  <a:ext cx="400047" cy="400048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ko-KR" sz="1400">
                      <a:solidFill>
                        <a:srgbClr val="000000"/>
                      </a:solidFill>
                    </a:rPr>
                    <a:t>A</a:t>
                  </a:r>
                  <a:endParaRPr lang="ko-KR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3233" name="타원 24">
                  <a:extLst>
                    <a:ext uri="{FF2B5EF4-FFF2-40B4-BE49-F238E27FC236}">
                      <a16:creationId xmlns:a16="http://schemas.microsoft.com/office/drawing/2014/main" id="{60B43123-56E5-FB7B-E4C7-32B4EE9E06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562" y="2714620"/>
                  <a:ext cx="400047" cy="400048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ko-KR" sz="1400">
                      <a:solidFill>
                        <a:srgbClr val="000000"/>
                      </a:solidFill>
                    </a:rPr>
                    <a:t>B</a:t>
                  </a:r>
                  <a:endParaRPr lang="ko-KR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3234" name="타원 25">
                  <a:extLst>
                    <a:ext uri="{FF2B5EF4-FFF2-40B4-BE49-F238E27FC236}">
                      <a16:creationId xmlns:a16="http://schemas.microsoft.com/office/drawing/2014/main" id="{B3E8D672-C8CC-7927-FDE6-87C989E8F3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15140" y="2714620"/>
                  <a:ext cx="400047" cy="400048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ko-KR" sz="1400">
                      <a:solidFill>
                        <a:srgbClr val="000000"/>
                      </a:solidFill>
                    </a:rPr>
                    <a:t>C</a:t>
                  </a:r>
                  <a:endParaRPr lang="ko-KR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3235" name="타원 9">
                  <a:extLst>
                    <a:ext uri="{FF2B5EF4-FFF2-40B4-BE49-F238E27FC236}">
                      <a16:creationId xmlns:a16="http://schemas.microsoft.com/office/drawing/2014/main" id="{BC727221-B778-8950-5A4F-8CC26D8B60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1" y="3571876"/>
                  <a:ext cx="400047" cy="400048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ko-KR" sz="1400">
                      <a:solidFill>
                        <a:srgbClr val="000000"/>
                      </a:solidFill>
                    </a:rPr>
                    <a:t>D</a:t>
                  </a:r>
                  <a:endParaRPr lang="ko-KR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3236" name="타원 10">
                  <a:extLst>
                    <a:ext uri="{FF2B5EF4-FFF2-40B4-BE49-F238E27FC236}">
                      <a16:creationId xmlns:a16="http://schemas.microsoft.com/office/drawing/2014/main" id="{E6B457C7-DD1C-F567-642B-153E67AD16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72066" y="3571876"/>
                  <a:ext cx="400047" cy="400048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ko-KR" sz="1400">
                      <a:solidFill>
                        <a:srgbClr val="000000"/>
                      </a:solidFill>
                    </a:rPr>
                    <a:t>E</a:t>
                  </a:r>
                  <a:endParaRPr lang="ko-KR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3237" name="타원 11">
                  <a:extLst>
                    <a:ext uri="{FF2B5EF4-FFF2-40B4-BE49-F238E27FC236}">
                      <a16:creationId xmlns:a16="http://schemas.microsoft.com/office/drawing/2014/main" id="{E28F3C9E-ADFF-EEC9-8917-228809E046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80461" y="3571876"/>
                  <a:ext cx="400047" cy="400048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ko-KR" sz="1400">
                      <a:solidFill>
                        <a:srgbClr val="000000"/>
                      </a:solidFill>
                    </a:rPr>
                    <a:t>F</a:t>
                  </a:r>
                  <a:endParaRPr lang="ko-KR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3238" name="타원 12">
                  <a:extLst>
                    <a:ext uri="{FF2B5EF4-FFF2-40B4-BE49-F238E27FC236}">
                      <a16:creationId xmlns:a16="http://schemas.microsoft.com/office/drawing/2014/main" id="{E451EAF3-684A-D877-2399-667E83436B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94360" y="4500570"/>
                  <a:ext cx="400047" cy="400048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ko-KR" sz="1400">
                      <a:solidFill>
                        <a:srgbClr val="000000"/>
                      </a:solidFill>
                    </a:rPr>
                    <a:t>G</a:t>
                  </a:r>
                  <a:endParaRPr lang="ko-KR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3239" name="타원 13">
                  <a:extLst>
                    <a:ext uri="{FF2B5EF4-FFF2-40B4-BE49-F238E27FC236}">
                      <a16:creationId xmlns:a16="http://schemas.microsoft.com/office/drawing/2014/main" id="{72CDF75D-4027-1B45-4361-4736ACF6C4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57752" y="4500570"/>
                  <a:ext cx="400047" cy="400048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r>
                    <a:rPr lang="en-US" altLang="ko-KR" sz="1400">
                      <a:solidFill>
                        <a:srgbClr val="000000"/>
                      </a:solidFill>
                    </a:rPr>
                    <a:t>H</a:t>
                  </a:r>
                  <a:endParaRPr lang="ko-KR" altLang="en-US" sz="1400">
                    <a:solidFill>
                      <a:srgbClr val="000000"/>
                    </a:solidFill>
                  </a:endParaRPr>
                </a:p>
              </p:txBody>
            </p:sp>
            <p:cxnSp>
              <p:nvCxnSpPr>
                <p:cNvPr id="263240" name="직선 연결선 31">
                  <a:extLst>
                    <a:ext uri="{FF2B5EF4-FFF2-40B4-BE49-F238E27FC236}">
                      <a16:creationId xmlns:a16="http://schemas.microsoft.com/office/drawing/2014/main" id="{AD54CCDA-0467-6E0C-1303-93C6B55AF061}"/>
                    </a:ext>
                  </a:extLst>
                </p:cNvPr>
                <p:cNvCxnSpPr>
                  <a:cxnSpLocks noChangeShapeType="1"/>
                  <a:stCxn id="263232" idx="3"/>
                  <a:endCxn id="263233" idx="7"/>
                </p:cNvCxnSpPr>
                <p:nvPr/>
              </p:nvCxnSpPr>
              <p:spPr bwMode="auto">
                <a:xfrm rot="5400000">
                  <a:off x="5056338" y="2127389"/>
                  <a:ext cx="431503" cy="860132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3241" name="직선 연결선 32">
                  <a:extLst>
                    <a:ext uri="{FF2B5EF4-FFF2-40B4-BE49-F238E27FC236}">
                      <a16:creationId xmlns:a16="http://schemas.microsoft.com/office/drawing/2014/main" id="{89E2AB92-CDB5-272C-E4B3-C632094A452F}"/>
                    </a:ext>
                  </a:extLst>
                </p:cNvPr>
                <p:cNvCxnSpPr>
                  <a:cxnSpLocks noChangeShapeType="1"/>
                  <a:stCxn id="263232" idx="5"/>
                  <a:endCxn id="263234" idx="1"/>
                </p:cNvCxnSpPr>
                <p:nvPr/>
              </p:nvCxnSpPr>
              <p:spPr bwMode="auto">
                <a:xfrm rot="16200000" flipH="1">
                  <a:off x="6163627" y="2163107"/>
                  <a:ext cx="431503" cy="788696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3242" name="직선 연결선 33">
                  <a:extLst>
                    <a:ext uri="{FF2B5EF4-FFF2-40B4-BE49-F238E27FC236}">
                      <a16:creationId xmlns:a16="http://schemas.microsoft.com/office/drawing/2014/main" id="{A0A770C4-602F-461E-2D37-05A18261665D}"/>
                    </a:ext>
                  </a:extLst>
                </p:cNvPr>
                <p:cNvCxnSpPr>
                  <a:cxnSpLocks noChangeShapeType="1"/>
                  <a:stCxn id="263233" idx="3"/>
                  <a:endCxn id="263235" idx="0"/>
                </p:cNvCxnSpPr>
                <p:nvPr/>
              </p:nvCxnSpPr>
              <p:spPr bwMode="auto">
                <a:xfrm rot="5400000">
                  <a:off x="4064790" y="3077518"/>
                  <a:ext cx="515794" cy="47292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3243" name="직선 연결선 34">
                  <a:extLst>
                    <a:ext uri="{FF2B5EF4-FFF2-40B4-BE49-F238E27FC236}">
                      <a16:creationId xmlns:a16="http://schemas.microsoft.com/office/drawing/2014/main" id="{0884D340-FA81-B1D1-203A-3AB2AAA9911E}"/>
                    </a:ext>
                  </a:extLst>
                </p:cNvPr>
                <p:cNvCxnSpPr>
                  <a:cxnSpLocks noChangeShapeType="1"/>
                  <a:stCxn id="263233" idx="5"/>
                  <a:endCxn id="263236" idx="0"/>
                </p:cNvCxnSpPr>
                <p:nvPr/>
              </p:nvCxnSpPr>
              <p:spPr bwMode="auto">
                <a:xfrm rot="16200000" flipH="1">
                  <a:off x="4799159" y="3098945"/>
                  <a:ext cx="515794" cy="430067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3244" name="직선 연결선 35">
                  <a:extLst>
                    <a:ext uri="{FF2B5EF4-FFF2-40B4-BE49-F238E27FC236}">
                      <a16:creationId xmlns:a16="http://schemas.microsoft.com/office/drawing/2014/main" id="{2A874EF3-1F1E-A2A2-2CDD-2600385900CD}"/>
                    </a:ext>
                  </a:extLst>
                </p:cNvPr>
                <p:cNvCxnSpPr>
                  <a:cxnSpLocks noChangeShapeType="1"/>
                  <a:stCxn id="263234" idx="5"/>
                  <a:endCxn id="263237" idx="0"/>
                </p:cNvCxnSpPr>
                <p:nvPr/>
              </p:nvCxnSpPr>
              <p:spPr bwMode="auto">
                <a:xfrm rot="16200000" flipH="1">
                  <a:off x="7010646" y="3102037"/>
                  <a:ext cx="515794" cy="42388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3245" name="직선 연결선 36">
                  <a:extLst>
                    <a:ext uri="{FF2B5EF4-FFF2-40B4-BE49-F238E27FC236}">
                      <a16:creationId xmlns:a16="http://schemas.microsoft.com/office/drawing/2014/main" id="{3244A5B1-6814-3A1D-E742-9B5FE835EF61}"/>
                    </a:ext>
                  </a:extLst>
                </p:cNvPr>
                <p:cNvCxnSpPr>
                  <a:cxnSpLocks noChangeShapeType="1"/>
                  <a:stCxn id="263235" idx="5"/>
                  <a:endCxn id="263238" idx="0"/>
                </p:cNvCxnSpPr>
                <p:nvPr/>
              </p:nvCxnSpPr>
              <p:spPr bwMode="auto">
                <a:xfrm rot="16200000" flipH="1">
                  <a:off x="4117407" y="4023593"/>
                  <a:ext cx="587232" cy="366722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3246" name="직선 연결선 37">
                  <a:extLst>
                    <a:ext uri="{FF2B5EF4-FFF2-40B4-BE49-F238E27FC236}">
                      <a16:creationId xmlns:a16="http://schemas.microsoft.com/office/drawing/2014/main" id="{4F7ECF39-FE6B-517F-BD1F-6244D450FDD3}"/>
                    </a:ext>
                  </a:extLst>
                </p:cNvPr>
                <p:cNvCxnSpPr>
                  <a:cxnSpLocks noChangeShapeType="1"/>
                  <a:stCxn id="263236" idx="4"/>
                  <a:endCxn id="263239" idx="0"/>
                </p:cNvCxnSpPr>
                <p:nvPr/>
              </p:nvCxnSpPr>
              <p:spPr bwMode="auto">
                <a:xfrm rot="5400000">
                  <a:off x="4900610" y="4129090"/>
                  <a:ext cx="528646" cy="2143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63224" name="TextBox 38">
                <a:extLst>
                  <a:ext uri="{FF2B5EF4-FFF2-40B4-BE49-F238E27FC236}">
                    <a16:creationId xmlns:a16="http://schemas.microsoft.com/office/drawing/2014/main" id="{319CEF51-F09B-B636-1834-53F75AF5FE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71670" y="2214554"/>
                <a:ext cx="403750" cy="400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ko-KR" sz="1400">
                    <a:solidFill>
                      <a:srgbClr val="FF0000"/>
                    </a:solidFill>
                  </a:rPr>
                  <a:t>1</a:t>
                </a:r>
                <a:endParaRPr lang="ko-KR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3225" name="TextBox 39">
                <a:extLst>
                  <a:ext uri="{FF2B5EF4-FFF2-40B4-BE49-F238E27FC236}">
                    <a16:creationId xmlns:a16="http://schemas.microsoft.com/office/drawing/2014/main" id="{F6757EDF-0C9C-277B-C2F6-8126B2111C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8662" y="2928934"/>
                <a:ext cx="403750" cy="400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ko-KR" sz="1400">
                    <a:solidFill>
                      <a:srgbClr val="FF0000"/>
                    </a:solidFill>
                  </a:rPr>
                  <a:t>2</a:t>
                </a:r>
                <a:endParaRPr lang="ko-KR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3226" name="TextBox 40">
                <a:extLst>
                  <a:ext uri="{FF2B5EF4-FFF2-40B4-BE49-F238E27FC236}">
                    <a16:creationId xmlns:a16="http://schemas.microsoft.com/office/drawing/2014/main" id="{0BBD9C4F-77DC-7A25-58DA-84B3569C80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720" y="3786190"/>
                <a:ext cx="403750" cy="400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ko-KR" sz="1400">
                    <a:solidFill>
                      <a:srgbClr val="FF0000"/>
                    </a:solidFill>
                  </a:rPr>
                  <a:t>3</a:t>
                </a:r>
                <a:endParaRPr lang="ko-KR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3227" name="TextBox 41">
                <a:extLst>
                  <a:ext uri="{FF2B5EF4-FFF2-40B4-BE49-F238E27FC236}">
                    <a16:creationId xmlns:a16="http://schemas.microsoft.com/office/drawing/2014/main" id="{E3598412-BEE2-3C84-DC1E-09C035302F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5786" y="4714884"/>
                <a:ext cx="403750" cy="400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ko-KR" sz="1400">
                    <a:solidFill>
                      <a:srgbClr val="FF0000"/>
                    </a:solidFill>
                  </a:rPr>
                  <a:t>4</a:t>
                </a:r>
                <a:endParaRPr lang="ko-KR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3228" name="TextBox 42">
                <a:extLst>
                  <a:ext uri="{FF2B5EF4-FFF2-40B4-BE49-F238E27FC236}">
                    <a16:creationId xmlns:a16="http://schemas.microsoft.com/office/drawing/2014/main" id="{3996CF0B-0956-6271-913D-D28919DC6C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0167" y="3786190"/>
                <a:ext cx="403750" cy="400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ko-KR" sz="1400">
                    <a:solidFill>
                      <a:srgbClr val="FF0000"/>
                    </a:solidFill>
                  </a:rPr>
                  <a:t>5</a:t>
                </a:r>
                <a:endParaRPr lang="ko-KR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3229" name="TextBox 43">
                <a:extLst>
                  <a:ext uri="{FF2B5EF4-FFF2-40B4-BE49-F238E27FC236}">
                    <a16:creationId xmlns:a16="http://schemas.microsoft.com/office/drawing/2014/main" id="{4A646971-0845-6C2B-6DC3-35FF52E7B4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5852" y="4714884"/>
                <a:ext cx="403750" cy="400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ko-KR" sz="1400">
                    <a:solidFill>
                      <a:srgbClr val="FF0000"/>
                    </a:solidFill>
                  </a:rPr>
                  <a:t>6</a:t>
                </a:r>
                <a:endParaRPr lang="ko-KR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3230" name="TextBox 44">
                <a:extLst>
                  <a:ext uri="{FF2B5EF4-FFF2-40B4-BE49-F238E27FC236}">
                    <a16:creationId xmlns:a16="http://schemas.microsoft.com/office/drawing/2014/main" id="{73E0D0C1-B543-DC48-4374-D85AF2308B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40" y="2928934"/>
                <a:ext cx="403750" cy="400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ko-KR" sz="1400">
                    <a:solidFill>
                      <a:srgbClr val="FF0000"/>
                    </a:solidFill>
                  </a:rPr>
                  <a:t>7</a:t>
                </a:r>
                <a:endParaRPr lang="ko-KR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3231" name="TextBox 45">
                <a:extLst>
                  <a:ext uri="{FF2B5EF4-FFF2-40B4-BE49-F238E27FC236}">
                    <a16:creationId xmlns:a16="http://schemas.microsoft.com/office/drawing/2014/main" id="{6255D4FC-9D4E-21DA-04EE-8DF5A76CB4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4743" y="3786190"/>
                <a:ext cx="403750" cy="400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 b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altLang="ko-KR" sz="1400">
                    <a:solidFill>
                      <a:srgbClr val="FF0000"/>
                    </a:solidFill>
                  </a:rPr>
                  <a:t>8</a:t>
                </a:r>
                <a:endParaRPr lang="ko-KR" altLang="en-US" sz="140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63174" name="타원 58">
              <a:extLst>
                <a:ext uri="{FF2B5EF4-FFF2-40B4-BE49-F238E27FC236}">
                  <a16:creationId xmlns:a16="http://schemas.microsoft.com/office/drawing/2014/main" id="{7260F4C5-F790-9996-C8ED-974DF3778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553" y="2703027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A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175" name="타원 59">
              <a:extLst>
                <a:ext uri="{FF2B5EF4-FFF2-40B4-BE49-F238E27FC236}">
                  <a16:creationId xmlns:a16="http://schemas.microsoft.com/office/drawing/2014/main" id="{B3233EC5-13EE-6CBE-9606-7AC2FBC1C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2786" y="3251346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B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176" name="타원 60">
              <a:extLst>
                <a:ext uri="{FF2B5EF4-FFF2-40B4-BE49-F238E27FC236}">
                  <a16:creationId xmlns:a16="http://schemas.microsoft.com/office/drawing/2014/main" id="{BD2C79A1-AE75-DE95-3F45-C537D0F3C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210" y="3251346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C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177" name="타원 9">
              <a:extLst>
                <a:ext uri="{FF2B5EF4-FFF2-40B4-BE49-F238E27FC236}">
                  <a16:creationId xmlns:a16="http://schemas.microsoft.com/office/drawing/2014/main" id="{D7254C11-352F-D7E1-D35D-C68479FC2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3240" y="3909329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D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178" name="타원 10">
              <a:extLst>
                <a:ext uri="{FF2B5EF4-FFF2-40B4-BE49-F238E27FC236}">
                  <a16:creationId xmlns:a16="http://schemas.microsoft.com/office/drawing/2014/main" id="{EF0E72EA-CE5B-23BB-8583-D979B1762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669" y="3909329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E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179" name="타원 11">
              <a:extLst>
                <a:ext uri="{FF2B5EF4-FFF2-40B4-BE49-F238E27FC236}">
                  <a16:creationId xmlns:a16="http://schemas.microsoft.com/office/drawing/2014/main" id="{F2C0B547-3D1C-F295-3785-E09A315B7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1670" y="3909329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F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180" name="타원 12">
              <a:extLst>
                <a:ext uri="{FF2B5EF4-FFF2-40B4-BE49-F238E27FC236}">
                  <a16:creationId xmlns:a16="http://schemas.microsoft.com/office/drawing/2014/main" id="{1C47F487-40C7-0AE4-C6A8-D13D64D6C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6803" y="4622143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G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181" name="타원 13">
              <a:extLst>
                <a:ext uri="{FF2B5EF4-FFF2-40B4-BE49-F238E27FC236}">
                  <a16:creationId xmlns:a16="http://schemas.microsoft.com/office/drawing/2014/main" id="{CEA3108F-5035-9169-FF43-8CCD3E44D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338" y="4622143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H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cxnSp>
          <p:nvCxnSpPr>
            <p:cNvPr id="263182" name="직선 연결선 66">
              <a:extLst>
                <a:ext uri="{FF2B5EF4-FFF2-40B4-BE49-F238E27FC236}">
                  <a16:creationId xmlns:a16="http://schemas.microsoft.com/office/drawing/2014/main" id="{D692A8C9-AD38-FEED-90FA-6CC7A91B67A8}"/>
                </a:ext>
              </a:extLst>
            </p:cNvPr>
            <p:cNvCxnSpPr>
              <a:cxnSpLocks noChangeShapeType="1"/>
              <a:stCxn id="263174" idx="3"/>
              <a:endCxn id="263175" idx="7"/>
            </p:cNvCxnSpPr>
            <p:nvPr/>
          </p:nvCxnSpPr>
          <p:spPr bwMode="auto">
            <a:xfrm rot="5400000">
              <a:off x="3969178" y="2823023"/>
              <a:ext cx="331198" cy="61538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183" name="직선 연결선 67">
              <a:extLst>
                <a:ext uri="{FF2B5EF4-FFF2-40B4-BE49-F238E27FC236}">
                  <a16:creationId xmlns:a16="http://schemas.microsoft.com/office/drawing/2014/main" id="{2C49EB16-6B11-3FB0-3898-5B7F4A56B2D1}"/>
                </a:ext>
              </a:extLst>
            </p:cNvPr>
            <p:cNvCxnSpPr>
              <a:cxnSpLocks noChangeShapeType="1"/>
              <a:stCxn id="263174" idx="5"/>
              <a:endCxn id="263176" idx="1"/>
            </p:cNvCxnSpPr>
            <p:nvPr/>
          </p:nvCxnSpPr>
          <p:spPr bwMode="auto">
            <a:xfrm rot="16200000" flipH="1">
              <a:off x="4761389" y="2848577"/>
              <a:ext cx="331198" cy="564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184" name="직선 연결선 68">
              <a:extLst>
                <a:ext uri="{FF2B5EF4-FFF2-40B4-BE49-F238E27FC236}">
                  <a16:creationId xmlns:a16="http://schemas.microsoft.com/office/drawing/2014/main" id="{6D9D5155-D018-2C01-63CA-50FCFD7A45F5}"/>
                </a:ext>
              </a:extLst>
            </p:cNvPr>
            <p:cNvCxnSpPr>
              <a:cxnSpLocks noChangeShapeType="1"/>
              <a:stCxn id="263175" idx="3"/>
              <a:endCxn id="263177" idx="0"/>
            </p:cNvCxnSpPr>
            <p:nvPr/>
          </p:nvCxnSpPr>
          <p:spPr bwMode="auto">
            <a:xfrm rot="5400000">
              <a:off x="3257577" y="3542205"/>
              <a:ext cx="395895" cy="33835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185" name="직선 연결선 69">
              <a:extLst>
                <a:ext uri="{FF2B5EF4-FFF2-40B4-BE49-F238E27FC236}">
                  <a16:creationId xmlns:a16="http://schemas.microsoft.com/office/drawing/2014/main" id="{F32911DA-43A2-8D83-7D68-5D8D4F4A2A3E}"/>
                </a:ext>
              </a:extLst>
            </p:cNvPr>
            <p:cNvCxnSpPr>
              <a:cxnSpLocks noChangeShapeType="1"/>
              <a:stCxn id="263175" idx="5"/>
              <a:endCxn id="263178" idx="0"/>
            </p:cNvCxnSpPr>
            <p:nvPr/>
          </p:nvCxnSpPr>
          <p:spPr bwMode="auto">
            <a:xfrm rot="16200000" flipH="1">
              <a:off x="3782983" y="3557534"/>
              <a:ext cx="395895" cy="3076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186" name="직선 연결선 70">
              <a:extLst>
                <a:ext uri="{FF2B5EF4-FFF2-40B4-BE49-F238E27FC236}">
                  <a16:creationId xmlns:a16="http://schemas.microsoft.com/office/drawing/2014/main" id="{21923C55-3BD4-049D-CBAD-6DF9D2320D8D}"/>
                </a:ext>
              </a:extLst>
            </p:cNvPr>
            <p:cNvCxnSpPr>
              <a:cxnSpLocks noChangeShapeType="1"/>
              <a:stCxn id="263176" idx="5"/>
              <a:endCxn id="263179" idx="0"/>
            </p:cNvCxnSpPr>
            <p:nvPr/>
          </p:nvCxnSpPr>
          <p:spPr bwMode="auto">
            <a:xfrm rot="16200000" flipH="1">
              <a:off x="5365195" y="3559747"/>
              <a:ext cx="395895" cy="30326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187" name="직선 연결선 71">
              <a:extLst>
                <a:ext uri="{FF2B5EF4-FFF2-40B4-BE49-F238E27FC236}">
                  <a16:creationId xmlns:a16="http://schemas.microsoft.com/office/drawing/2014/main" id="{957491CC-22B4-0706-9E7B-F2C92C3FC2C3}"/>
                </a:ext>
              </a:extLst>
            </p:cNvPr>
            <p:cNvCxnSpPr>
              <a:cxnSpLocks noChangeShapeType="1"/>
              <a:stCxn id="263177" idx="5"/>
              <a:endCxn id="263180" idx="0"/>
            </p:cNvCxnSpPr>
            <p:nvPr/>
          </p:nvCxnSpPr>
          <p:spPr bwMode="auto">
            <a:xfrm rot="16200000" flipH="1">
              <a:off x="3293361" y="4265594"/>
              <a:ext cx="450727" cy="26237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188" name="직선 연결선 72">
              <a:extLst>
                <a:ext uri="{FF2B5EF4-FFF2-40B4-BE49-F238E27FC236}">
                  <a16:creationId xmlns:a16="http://schemas.microsoft.com/office/drawing/2014/main" id="{3C775F06-2A7F-DDAE-D77C-433B5A093552}"/>
                </a:ext>
              </a:extLst>
            </p:cNvPr>
            <p:cNvCxnSpPr>
              <a:cxnSpLocks noChangeShapeType="1"/>
              <a:stCxn id="263178" idx="4"/>
              <a:endCxn id="263181" idx="0"/>
            </p:cNvCxnSpPr>
            <p:nvPr/>
          </p:nvCxnSpPr>
          <p:spPr bwMode="auto">
            <a:xfrm rot="5400000">
              <a:off x="3855231" y="4342598"/>
              <a:ext cx="405760" cy="15333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3189" name="TextBox 50">
              <a:extLst>
                <a:ext uri="{FF2B5EF4-FFF2-40B4-BE49-F238E27FC236}">
                  <a16:creationId xmlns:a16="http://schemas.microsoft.com/office/drawing/2014/main" id="{AFAAB747-77AB-1A6D-5BC9-2A3E19716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3240" y="3643314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1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190" name="TextBox 51">
              <a:extLst>
                <a:ext uri="{FF2B5EF4-FFF2-40B4-BE49-F238E27FC236}">
                  <a16:creationId xmlns:a16="http://schemas.microsoft.com/office/drawing/2014/main" id="{854D1B30-238F-4FA9-9DDF-9C4FA5B81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68" y="4357694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2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191" name="TextBox 52">
              <a:extLst>
                <a:ext uri="{FF2B5EF4-FFF2-40B4-BE49-F238E27FC236}">
                  <a16:creationId xmlns:a16="http://schemas.microsoft.com/office/drawing/2014/main" id="{96C55673-8762-E778-BC86-6E427A30E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3306" y="3000372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3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192" name="TextBox 53">
              <a:extLst>
                <a:ext uri="{FF2B5EF4-FFF2-40B4-BE49-F238E27FC236}">
                  <a16:creationId xmlns:a16="http://schemas.microsoft.com/office/drawing/2014/main" id="{D8EBF1FA-A5F9-8A03-E70A-4DC83ABA2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7620" y="4357694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4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193" name="TextBox 54">
              <a:extLst>
                <a:ext uri="{FF2B5EF4-FFF2-40B4-BE49-F238E27FC236}">
                  <a16:creationId xmlns:a16="http://schemas.microsoft.com/office/drawing/2014/main" id="{A302AE66-8067-5F57-B772-B5333BA1E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496" y="3643314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5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194" name="TextBox 55">
              <a:extLst>
                <a:ext uri="{FF2B5EF4-FFF2-40B4-BE49-F238E27FC236}">
                  <a16:creationId xmlns:a16="http://schemas.microsoft.com/office/drawing/2014/main" id="{904F1035-682C-784E-02A7-F30BC9138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9124" y="2500306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6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195" name="TextBox 56">
              <a:extLst>
                <a:ext uri="{FF2B5EF4-FFF2-40B4-BE49-F238E27FC236}">
                  <a16:creationId xmlns:a16="http://schemas.microsoft.com/office/drawing/2014/main" id="{AA540621-D776-6114-B00E-FB22F1258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42" y="3000372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7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196" name="TextBox 57">
              <a:extLst>
                <a:ext uri="{FF2B5EF4-FFF2-40B4-BE49-F238E27FC236}">
                  <a16:creationId xmlns:a16="http://schemas.microsoft.com/office/drawing/2014/main" id="{985A6E64-7898-6575-9299-D53C821A6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4336" y="3643314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8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197" name="타원 83">
              <a:extLst>
                <a:ext uri="{FF2B5EF4-FFF2-40B4-BE49-F238E27FC236}">
                  <a16:creationId xmlns:a16="http://schemas.microsoft.com/office/drawing/2014/main" id="{7084923C-FBC7-DD4C-6530-70D2795AB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2387" y="2703027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A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198" name="타원 84">
              <a:extLst>
                <a:ext uri="{FF2B5EF4-FFF2-40B4-BE49-F238E27FC236}">
                  <a16:creationId xmlns:a16="http://schemas.microsoft.com/office/drawing/2014/main" id="{93F9AC3F-0050-99F3-A981-15D63F992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4620" y="3251346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B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199" name="타원 85">
              <a:extLst>
                <a:ext uri="{FF2B5EF4-FFF2-40B4-BE49-F238E27FC236}">
                  <a16:creationId xmlns:a16="http://schemas.microsoft.com/office/drawing/2014/main" id="{50040795-41CA-B62B-7476-1EA74B212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044" y="3251346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C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200" name="타원 9">
              <a:extLst>
                <a:ext uri="{FF2B5EF4-FFF2-40B4-BE49-F238E27FC236}">
                  <a16:creationId xmlns:a16="http://schemas.microsoft.com/office/drawing/2014/main" id="{C957246B-AF8D-AD56-2E4E-C3E54DC4C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5074" y="3909329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D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201" name="타원 10">
              <a:extLst>
                <a:ext uri="{FF2B5EF4-FFF2-40B4-BE49-F238E27FC236}">
                  <a16:creationId xmlns:a16="http://schemas.microsoft.com/office/drawing/2014/main" id="{46784260-C26E-1794-5719-74D1268E6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3503" y="3909329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E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202" name="타원 11">
              <a:extLst>
                <a:ext uri="{FF2B5EF4-FFF2-40B4-BE49-F238E27FC236}">
                  <a16:creationId xmlns:a16="http://schemas.microsoft.com/office/drawing/2014/main" id="{33F1889B-FD9D-2BD9-A13C-7B4103551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3504" y="3909329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F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203" name="타원 12">
              <a:extLst>
                <a:ext uri="{FF2B5EF4-FFF2-40B4-BE49-F238E27FC236}">
                  <a16:creationId xmlns:a16="http://schemas.microsoft.com/office/drawing/2014/main" id="{9AB8898B-0989-9BBF-03AB-1F5762F8D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8637" y="4622143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G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204" name="타원 13">
              <a:extLst>
                <a:ext uri="{FF2B5EF4-FFF2-40B4-BE49-F238E27FC236}">
                  <a16:creationId xmlns:a16="http://schemas.microsoft.com/office/drawing/2014/main" id="{04566412-5F7E-9DDF-11A1-DDC911EEB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0172" y="4622143"/>
              <a:ext cx="286214" cy="30705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000000"/>
                  </a:solidFill>
                </a:rPr>
                <a:t>H</a:t>
              </a:r>
              <a:endParaRPr lang="ko-KR" altLang="en-US" sz="1400">
                <a:solidFill>
                  <a:srgbClr val="000000"/>
                </a:solidFill>
              </a:endParaRPr>
            </a:p>
          </p:txBody>
        </p:sp>
        <p:cxnSp>
          <p:nvCxnSpPr>
            <p:cNvPr id="263205" name="직선 연결선 91">
              <a:extLst>
                <a:ext uri="{FF2B5EF4-FFF2-40B4-BE49-F238E27FC236}">
                  <a16:creationId xmlns:a16="http://schemas.microsoft.com/office/drawing/2014/main" id="{009BCEE9-2FDA-5A44-50C2-7DE5C7B6851D}"/>
                </a:ext>
              </a:extLst>
            </p:cNvPr>
            <p:cNvCxnSpPr>
              <a:cxnSpLocks noChangeShapeType="1"/>
              <a:stCxn id="263197" idx="3"/>
              <a:endCxn id="263198" idx="7"/>
            </p:cNvCxnSpPr>
            <p:nvPr/>
          </p:nvCxnSpPr>
          <p:spPr bwMode="auto">
            <a:xfrm rot="5400000">
              <a:off x="7041012" y="2823023"/>
              <a:ext cx="331198" cy="61538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206" name="직선 연결선 92">
              <a:extLst>
                <a:ext uri="{FF2B5EF4-FFF2-40B4-BE49-F238E27FC236}">
                  <a16:creationId xmlns:a16="http://schemas.microsoft.com/office/drawing/2014/main" id="{AB09F2BF-8C76-BC69-3946-B8CAE7F2B931}"/>
                </a:ext>
              </a:extLst>
            </p:cNvPr>
            <p:cNvCxnSpPr>
              <a:cxnSpLocks noChangeShapeType="1"/>
              <a:stCxn id="263197" idx="5"/>
              <a:endCxn id="263199" idx="1"/>
            </p:cNvCxnSpPr>
            <p:nvPr/>
          </p:nvCxnSpPr>
          <p:spPr bwMode="auto">
            <a:xfrm rot="16200000" flipH="1">
              <a:off x="7833223" y="2848577"/>
              <a:ext cx="331198" cy="564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207" name="직선 연결선 93">
              <a:extLst>
                <a:ext uri="{FF2B5EF4-FFF2-40B4-BE49-F238E27FC236}">
                  <a16:creationId xmlns:a16="http://schemas.microsoft.com/office/drawing/2014/main" id="{4B9541A1-1DFF-52F2-D0CC-AD99F6067218}"/>
                </a:ext>
              </a:extLst>
            </p:cNvPr>
            <p:cNvCxnSpPr>
              <a:cxnSpLocks noChangeShapeType="1"/>
              <a:stCxn id="263198" idx="3"/>
              <a:endCxn id="263200" idx="0"/>
            </p:cNvCxnSpPr>
            <p:nvPr/>
          </p:nvCxnSpPr>
          <p:spPr bwMode="auto">
            <a:xfrm rot="5400000">
              <a:off x="6329411" y="3542205"/>
              <a:ext cx="395895" cy="33835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208" name="직선 연결선 94">
              <a:extLst>
                <a:ext uri="{FF2B5EF4-FFF2-40B4-BE49-F238E27FC236}">
                  <a16:creationId xmlns:a16="http://schemas.microsoft.com/office/drawing/2014/main" id="{A6A7451C-71E4-59E8-CC6E-933025FAF01C}"/>
                </a:ext>
              </a:extLst>
            </p:cNvPr>
            <p:cNvCxnSpPr>
              <a:cxnSpLocks noChangeShapeType="1"/>
              <a:stCxn id="263198" idx="5"/>
              <a:endCxn id="263201" idx="0"/>
            </p:cNvCxnSpPr>
            <p:nvPr/>
          </p:nvCxnSpPr>
          <p:spPr bwMode="auto">
            <a:xfrm rot="16200000" flipH="1">
              <a:off x="6854817" y="3557534"/>
              <a:ext cx="395895" cy="3076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209" name="직선 연결선 95">
              <a:extLst>
                <a:ext uri="{FF2B5EF4-FFF2-40B4-BE49-F238E27FC236}">
                  <a16:creationId xmlns:a16="http://schemas.microsoft.com/office/drawing/2014/main" id="{AA73C660-B34F-DA30-DBB5-B41020B49305}"/>
                </a:ext>
              </a:extLst>
            </p:cNvPr>
            <p:cNvCxnSpPr>
              <a:cxnSpLocks noChangeShapeType="1"/>
              <a:stCxn id="263199" idx="5"/>
              <a:endCxn id="263202" idx="0"/>
            </p:cNvCxnSpPr>
            <p:nvPr/>
          </p:nvCxnSpPr>
          <p:spPr bwMode="auto">
            <a:xfrm rot="16200000" flipH="1">
              <a:off x="8437029" y="3559747"/>
              <a:ext cx="395895" cy="30326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210" name="직선 연결선 96">
              <a:extLst>
                <a:ext uri="{FF2B5EF4-FFF2-40B4-BE49-F238E27FC236}">
                  <a16:creationId xmlns:a16="http://schemas.microsoft.com/office/drawing/2014/main" id="{B8355D72-FE57-6F06-2FAD-997A0CD67F2A}"/>
                </a:ext>
              </a:extLst>
            </p:cNvPr>
            <p:cNvCxnSpPr>
              <a:cxnSpLocks noChangeShapeType="1"/>
              <a:stCxn id="263200" idx="5"/>
              <a:endCxn id="263203" idx="0"/>
            </p:cNvCxnSpPr>
            <p:nvPr/>
          </p:nvCxnSpPr>
          <p:spPr bwMode="auto">
            <a:xfrm rot="16200000" flipH="1">
              <a:off x="6365195" y="4265594"/>
              <a:ext cx="450727" cy="26237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211" name="직선 연결선 97">
              <a:extLst>
                <a:ext uri="{FF2B5EF4-FFF2-40B4-BE49-F238E27FC236}">
                  <a16:creationId xmlns:a16="http://schemas.microsoft.com/office/drawing/2014/main" id="{89B3D9DB-6EB9-A917-7778-DFBE49C18059}"/>
                </a:ext>
              </a:extLst>
            </p:cNvPr>
            <p:cNvCxnSpPr>
              <a:cxnSpLocks noChangeShapeType="1"/>
              <a:stCxn id="263201" idx="4"/>
              <a:endCxn id="263204" idx="0"/>
            </p:cNvCxnSpPr>
            <p:nvPr/>
          </p:nvCxnSpPr>
          <p:spPr bwMode="auto">
            <a:xfrm rot="5400000">
              <a:off x="6927065" y="4342598"/>
              <a:ext cx="405760" cy="15333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3212" name="TextBox 75">
              <a:extLst>
                <a:ext uri="{FF2B5EF4-FFF2-40B4-BE49-F238E27FC236}">
                  <a16:creationId xmlns:a16="http://schemas.microsoft.com/office/drawing/2014/main" id="{2E3581EA-A673-3232-5827-CCDA195E3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2264" y="4357694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1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213" name="TextBox 76">
              <a:extLst>
                <a:ext uri="{FF2B5EF4-FFF2-40B4-BE49-F238E27FC236}">
                  <a16:creationId xmlns:a16="http://schemas.microsoft.com/office/drawing/2014/main" id="{BD94533B-362E-1EAD-760B-ABD45BF4A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5074" y="3643314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2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214" name="TextBox 77">
              <a:extLst>
                <a:ext uri="{FF2B5EF4-FFF2-40B4-BE49-F238E27FC236}">
                  <a16:creationId xmlns:a16="http://schemas.microsoft.com/office/drawing/2014/main" id="{3FE72CC4-3C92-2200-9A7F-25D0897244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9454" y="4357694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3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215" name="TextBox 78">
              <a:extLst>
                <a:ext uri="{FF2B5EF4-FFF2-40B4-BE49-F238E27FC236}">
                  <a16:creationId xmlns:a16="http://schemas.microsoft.com/office/drawing/2014/main" id="{0B9A16E0-BBED-5969-25AC-403EA18C4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2330" y="3643314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4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216" name="TextBox 79">
              <a:extLst>
                <a:ext uri="{FF2B5EF4-FFF2-40B4-BE49-F238E27FC236}">
                  <a16:creationId xmlns:a16="http://schemas.microsoft.com/office/drawing/2014/main" id="{46AE3FC0-F68F-4EA8-B238-3C046C864E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3702" y="3000372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5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217" name="TextBox 80">
              <a:extLst>
                <a:ext uri="{FF2B5EF4-FFF2-40B4-BE49-F238E27FC236}">
                  <a16:creationId xmlns:a16="http://schemas.microsoft.com/office/drawing/2014/main" id="{7E390877-F82E-EAAB-7757-7CABFF634F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3966" y="3643314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6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218" name="TextBox 81">
              <a:extLst>
                <a:ext uri="{FF2B5EF4-FFF2-40B4-BE49-F238E27FC236}">
                  <a16:creationId xmlns:a16="http://schemas.microsoft.com/office/drawing/2014/main" id="{DEC8874E-0DD8-B776-47E5-21208AB68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6776" y="3000372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7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219" name="TextBox 82">
              <a:extLst>
                <a:ext uri="{FF2B5EF4-FFF2-40B4-BE49-F238E27FC236}">
                  <a16:creationId xmlns:a16="http://schemas.microsoft.com/office/drawing/2014/main" id="{4E3453F6-3D36-F519-30CD-7F5D53586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1724" y="2428868"/>
              <a:ext cx="288864" cy="3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400">
                  <a:solidFill>
                    <a:srgbClr val="FF0000"/>
                  </a:solidFill>
                </a:rPr>
                <a:t>8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263220" name="TextBox 100">
              <a:extLst>
                <a:ext uri="{FF2B5EF4-FFF2-40B4-BE49-F238E27FC236}">
                  <a16:creationId xmlns:a16="http://schemas.microsoft.com/office/drawing/2014/main" id="{B4D31AD3-29E9-15EF-53AC-3A5F0A06D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348" y="5286388"/>
              <a:ext cx="1524787" cy="461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ko-KR" altLang="en-US">
                  <a:solidFill>
                    <a:srgbClr val="FF0000"/>
                  </a:solidFill>
                </a:rPr>
                <a:t>전위 운행</a:t>
              </a:r>
            </a:p>
          </p:txBody>
        </p:sp>
        <p:sp>
          <p:nvSpPr>
            <p:cNvPr id="263221" name="TextBox 101">
              <a:extLst>
                <a:ext uri="{FF2B5EF4-FFF2-40B4-BE49-F238E27FC236}">
                  <a16:creationId xmlns:a16="http://schemas.microsoft.com/office/drawing/2014/main" id="{1D76ADBE-AECE-4225-4AB6-E03C5C761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496" y="5286388"/>
              <a:ext cx="1524787" cy="461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ko-KR" altLang="en-US">
                  <a:solidFill>
                    <a:srgbClr val="FF0000"/>
                  </a:solidFill>
                </a:rPr>
                <a:t>중위 운행</a:t>
              </a:r>
            </a:p>
          </p:txBody>
        </p:sp>
        <p:sp>
          <p:nvSpPr>
            <p:cNvPr id="263222" name="TextBox 102">
              <a:extLst>
                <a:ext uri="{FF2B5EF4-FFF2-40B4-BE49-F238E27FC236}">
                  <a16:creationId xmlns:a16="http://schemas.microsoft.com/office/drawing/2014/main" id="{BF59CED7-44F6-1CC5-A070-502CD6AD1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2330" y="5214950"/>
              <a:ext cx="1524787" cy="461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ko-KR" altLang="en-US">
                  <a:solidFill>
                    <a:srgbClr val="FF0000"/>
                  </a:solidFill>
                </a:rPr>
                <a:t>후위 운행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직사각형 17">
            <a:extLst>
              <a:ext uri="{FF2B5EF4-FFF2-40B4-BE49-F238E27FC236}">
                <a16:creationId xmlns:a16="http://schemas.microsoft.com/office/drawing/2014/main" id="{29784550-7C3D-D4BA-E073-760633C04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9" y="260351"/>
            <a:ext cx="3760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vl="1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ko-KR">
                <a:solidFill>
                  <a:srgbClr val="0000FF"/>
                </a:solidFill>
              </a:rPr>
              <a:t>5, 2, 8, 1, 4, 6, 9, 3, 7</a:t>
            </a:r>
          </a:p>
        </p:txBody>
      </p:sp>
      <p:grpSp>
        <p:nvGrpSpPr>
          <p:cNvPr id="265219" name="그룹 25">
            <a:extLst>
              <a:ext uri="{FF2B5EF4-FFF2-40B4-BE49-F238E27FC236}">
                <a16:creationId xmlns:a16="http://schemas.microsoft.com/office/drawing/2014/main" id="{B646E1BF-3F89-90E3-1F34-8CCBA5935287}"/>
              </a:ext>
            </a:extLst>
          </p:cNvPr>
          <p:cNvGrpSpPr>
            <a:grpSpLocks/>
          </p:cNvGrpSpPr>
          <p:nvPr/>
        </p:nvGrpSpPr>
        <p:grpSpPr bwMode="auto">
          <a:xfrm>
            <a:off x="4387850" y="1054101"/>
            <a:ext cx="3963988" cy="2900363"/>
            <a:chOff x="2325633" y="1082132"/>
            <a:chExt cx="3963718" cy="2900363"/>
          </a:xfrm>
        </p:grpSpPr>
        <p:sp>
          <p:nvSpPr>
            <p:cNvPr id="265221" name="타원 4">
              <a:extLst>
                <a:ext uri="{FF2B5EF4-FFF2-40B4-BE49-F238E27FC236}">
                  <a16:creationId xmlns:a16="http://schemas.microsoft.com/office/drawing/2014/main" id="{AEACFE4E-D20E-1D9B-662F-14D20812F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2918" y="1082132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5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65222" name="타원 5">
              <a:extLst>
                <a:ext uri="{FF2B5EF4-FFF2-40B4-BE49-F238E27FC236}">
                  <a16:creationId xmlns:a16="http://schemas.microsoft.com/office/drawing/2014/main" id="{A552D6BA-C9A0-123F-F4B4-03D37E3EA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9965" y="1796508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2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65223" name="타원 6">
              <a:extLst>
                <a:ext uri="{FF2B5EF4-FFF2-40B4-BE49-F238E27FC236}">
                  <a16:creationId xmlns:a16="http://schemas.microsoft.com/office/drawing/2014/main" id="{5D2287FD-8CF6-1CBB-0142-B0B53865B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4436" y="1796508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8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65224" name="타원 9">
              <a:extLst>
                <a:ext uri="{FF2B5EF4-FFF2-40B4-BE49-F238E27FC236}">
                  <a16:creationId xmlns:a16="http://schemas.microsoft.com/office/drawing/2014/main" id="{E197452A-3918-D7C2-C858-78DA4EC4C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5633" y="2653760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1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65225" name="타원 10">
              <a:extLst>
                <a:ext uri="{FF2B5EF4-FFF2-40B4-BE49-F238E27FC236}">
                  <a16:creationId xmlns:a16="http://schemas.microsoft.com/office/drawing/2014/main" id="{34128685-8250-2A62-FB14-A7536C9AC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441" y="2653760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4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65226" name="타원 11">
              <a:extLst>
                <a:ext uri="{FF2B5EF4-FFF2-40B4-BE49-F238E27FC236}">
                  <a16:creationId xmlns:a16="http://schemas.microsoft.com/office/drawing/2014/main" id="{6FB333C3-3B11-08B3-AE02-07F8EBB2B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9323" y="2653760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9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65227" name="타원 13">
              <a:extLst>
                <a:ext uri="{FF2B5EF4-FFF2-40B4-BE49-F238E27FC236}">
                  <a16:creationId xmlns:a16="http://schemas.microsoft.com/office/drawing/2014/main" id="{934B4A7A-8631-DA41-B09B-3A7AD6D3A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7137" y="3582449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3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cxnSp>
          <p:nvCxnSpPr>
            <p:cNvPr id="265228" name="직선 연결선 13">
              <a:extLst>
                <a:ext uri="{FF2B5EF4-FFF2-40B4-BE49-F238E27FC236}">
                  <a16:creationId xmlns:a16="http://schemas.microsoft.com/office/drawing/2014/main" id="{DDD9F215-9ECF-F4E0-46C6-48B5ABB044C8}"/>
                </a:ext>
              </a:extLst>
            </p:cNvPr>
            <p:cNvCxnSpPr>
              <a:cxnSpLocks noChangeShapeType="1"/>
              <a:stCxn id="265221" idx="3"/>
              <a:endCxn id="265222" idx="7"/>
            </p:cNvCxnSpPr>
            <p:nvPr/>
          </p:nvCxnSpPr>
          <p:spPr bwMode="auto">
            <a:xfrm rot="5400000">
              <a:off x="3495706" y="1209298"/>
              <a:ext cx="431500" cy="86009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5229" name="직선 연결선 14">
              <a:extLst>
                <a:ext uri="{FF2B5EF4-FFF2-40B4-BE49-F238E27FC236}">
                  <a16:creationId xmlns:a16="http://schemas.microsoft.com/office/drawing/2014/main" id="{AD23C7A6-2638-646B-22AB-C57F0D9C810D}"/>
                </a:ext>
              </a:extLst>
            </p:cNvPr>
            <p:cNvCxnSpPr>
              <a:cxnSpLocks noChangeShapeType="1"/>
              <a:stCxn id="265221" idx="5"/>
              <a:endCxn id="265223" idx="1"/>
            </p:cNvCxnSpPr>
            <p:nvPr/>
          </p:nvCxnSpPr>
          <p:spPr bwMode="auto">
            <a:xfrm rot="16200000" flipH="1">
              <a:off x="4602941" y="1245015"/>
              <a:ext cx="431500" cy="7886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5230" name="직선 연결선 15">
              <a:extLst>
                <a:ext uri="{FF2B5EF4-FFF2-40B4-BE49-F238E27FC236}">
                  <a16:creationId xmlns:a16="http://schemas.microsoft.com/office/drawing/2014/main" id="{37839F74-D143-748B-B1F5-378600467CC1}"/>
                </a:ext>
              </a:extLst>
            </p:cNvPr>
            <p:cNvCxnSpPr>
              <a:cxnSpLocks noChangeShapeType="1"/>
              <a:stCxn id="265222" idx="3"/>
              <a:endCxn id="265224" idx="0"/>
            </p:cNvCxnSpPr>
            <p:nvPr/>
          </p:nvCxnSpPr>
          <p:spPr bwMode="auto">
            <a:xfrm rot="5400000">
              <a:off x="2504202" y="2159415"/>
              <a:ext cx="515791" cy="4729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5231" name="직선 연결선 16">
              <a:extLst>
                <a:ext uri="{FF2B5EF4-FFF2-40B4-BE49-F238E27FC236}">
                  <a16:creationId xmlns:a16="http://schemas.microsoft.com/office/drawing/2014/main" id="{6392A1AD-E8BC-D6C5-3A80-EACCE3EB49C3}"/>
                </a:ext>
              </a:extLst>
            </p:cNvPr>
            <p:cNvCxnSpPr>
              <a:cxnSpLocks noChangeShapeType="1"/>
              <a:stCxn id="265222" idx="5"/>
              <a:endCxn id="265225" idx="0"/>
            </p:cNvCxnSpPr>
            <p:nvPr/>
          </p:nvCxnSpPr>
          <p:spPr bwMode="auto">
            <a:xfrm rot="16200000" flipH="1">
              <a:off x="3238536" y="2180841"/>
              <a:ext cx="515791" cy="43004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5232" name="직선 연결선 37">
              <a:extLst>
                <a:ext uri="{FF2B5EF4-FFF2-40B4-BE49-F238E27FC236}">
                  <a16:creationId xmlns:a16="http://schemas.microsoft.com/office/drawing/2014/main" id="{A8C081AF-119E-EEA2-0FDA-F7FFAF3CCC16}"/>
                </a:ext>
              </a:extLst>
            </p:cNvPr>
            <p:cNvCxnSpPr>
              <a:cxnSpLocks noChangeShapeType="1"/>
              <a:stCxn id="265223" idx="5"/>
              <a:endCxn id="265226" idx="1"/>
            </p:cNvCxnSpPr>
            <p:nvPr/>
          </p:nvCxnSpPr>
          <p:spPr bwMode="auto">
            <a:xfrm>
              <a:off x="5495881" y="2137969"/>
              <a:ext cx="452025" cy="57437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5233" name="직선 연결선 41">
              <a:extLst>
                <a:ext uri="{FF2B5EF4-FFF2-40B4-BE49-F238E27FC236}">
                  <a16:creationId xmlns:a16="http://schemas.microsoft.com/office/drawing/2014/main" id="{A15815B9-3191-138D-AD3C-3B066D37332B}"/>
                </a:ext>
              </a:extLst>
            </p:cNvPr>
            <p:cNvCxnSpPr>
              <a:cxnSpLocks noChangeShapeType="1"/>
              <a:stCxn id="265225" idx="4"/>
              <a:endCxn id="265227" idx="0"/>
            </p:cNvCxnSpPr>
            <p:nvPr/>
          </p:nvCxnSpPr>
          <p:spPr bwMode="auto">
            <a:xfrm rot="5400000">
              <a:off x="3339982" y="3210976"/>
              <a:ext cx="528643" cy="21430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5234" name="타원 9">
              <a:extLst>
                <a:ext uri="{FF2B5EF4-FFF2-40B4-BE49-F238E27FC236}">
                  <a16:creationId xmlns:a16="http://schemas.microsoft.com/office/drawing/2014/main" id="{C207112C-9551-F6C3-CA17-1EF52710D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236" y="2653761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6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cxnSp>
          <p:nvCxnSpPr>
            <p:cNvPr id="265235" name="직선 연결선 15">
              <a:extLst>
                <a:ext uri="{FF2B5EF4-FFF2-40B4-BE49-F238E27FC236}">
                  <a16:creationId xmlns:a16="http://schemas.microsoft.com/office/drawing/2014/main" id="{3AF63E3A-757A-67E1-6AA2-0A97B2D49D75}"/>
                </a:ext>
              </a:extLst>
            </p:cNvPr>
            <p:cNvCxnSpPr>
              <a:cxnSpLocks noChangeShapeType="1"/>
              <a:endCxn id="265234" idx="0"/>
            </p:cNvCxnSpPr>
            <p:nvPr/>
          </p:nvCxnSpPr>
          <p:spPr bwMode="auto">
            <a:xfrm rot="5400000">
              <a:off x="4692805" y="2159416"/>
              <a:ext cx="515791" cy="4729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5236" name="타원 12">
              <a:extLst>
                <a:ext uri="{FF2B5EF4-FFF2-40B4-BE49-F238E27FC236}">
                  <a16:creationId xmlns:a16="http://schemas.microsoft.com/office/drawing/2014/main" id="{5964DADD-F1D1-CFB3-8C5D-1A51ABE24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006" y="3582449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7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cxnSp>
          <p:nvCxnSpPr>
            <p:cNvPr id="265237" name="직선 연결선 39">
              <a:extLst>
                <a:ext uri="{FF2B5EF4-FFF2-40B4-BE49-F238E27FC236}">
                  <a16:creationId xmlns:a16="http://schemas.microsoft.com/office/drawing/2014/main" id="{9F8C9508-392E-9F69-E61E-753E545550C3}"/>
                </a:ext>
              </a:extLst>
            </p:cNvPr>
            <p:cNvCxnSpPr>
              <a:cxnSpLocks noChangeShapeType="1"/>
              <a:endCxn id="265236" idx="0"/>
            </p:cNvCxnSpPr>
            <p:nvPr/>
          </p:nvCxnSpPr>
          <p:spPr bwMode="auto">
            <a:xfrm rot="16200000" flipH="1">
              <a:off x="4736053" y="3105482"/>
              <a:ext cx="587229" cy="36670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65220" name="내용 개체 틀 2">
            <a:extLst>
              <a:ext uri="{FF2B5EF4-FFF2-40B4-BE49-F238E27FC236}">
                <a16:creationId xmlns:a16="http://schemas.microsoft.com/office/drawing/2014/main" id="{70438D8D-F7C9-EE88-6397-E2633A6256C5}"/>
              </a:ext>
            </a:extLst>
          </p:cNvPr>
          <p:cNvSpPr txBox="1">
            <a:spLocks/>
          </p:cNvSpPr>
          <p:nvPr/>
        </p:nvSpPr>
        <p:spPr bwMode="auto">
          <a:xfrm>
            <a:off x="2154239" y="4292601"/>
            <a:ext cx="8169275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3333CC"/>
              </a:buClr>
            </a:pPr>
            <a:r>
              <a:rPr lang="ko-KR" altLang="en-US">
                <a:solidFill>
                  <a:srgbClr val="000000"/>
                </a:solidFill>
              </a:rPr>
              <a:t>전위 운행 </a:t>
            </a:r>
            <a:r>
              <a:rPr lang="en-US" altLang="ko-KR">
                <a:solidFill>
                  <a:srgbClr val="000000"/>
                </a:solidFill>
              </a:rPr>
              <a:t>: </a:t>
            </a:r>
            <a:r>
              <a:rPr lang="en-US" altLang="ko-KR">
                <a:solidFill>
                  <a:srgbClr val="FF0000"/>
                </a:solidFill>
              </a:rPr>
              <a:t>root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en-US" altLang="ko-KR">
                <a:solidFill>
                  <a:srgbClr val="0000FF"/>
                </a:solidFill>
              </a:rPr>
              <a:t>– left - right : </a:t>
            </a:r>
            <a:r>
              <a:rPr lang="en-US" altLang="ko-KR">
                <a:solidFill>
                  <a:srgbClr val="000000"/>
                </a:solidFill>
              </a:rPr>
              <a:t>5, 2, 1, 4, 3, 8 6, 7, 9</a:t>
            </a:r>
          </a:p>
          <a:p>
            <a:pPr eaLnBrk="0" fontAlgn="base" hangingPunct="0">
              <a:spcAft>
                <a:spcPct val="0"/>
              </a:spcAft>
              <a:buClr>
                <a:srgbClr val="3333CC"/>
              </a:buClr>
            </a:pPr>
            <a:r>
              <a:rPr lang="ko-KR" altLang="en-US">
                <a:solidFill>
                  <a:srgbClr val="000000"/>
                </a:solidFill>
              </a:rPr>
              <a:t>중위 운행 </a:t>
            </a:r>
            <a:r>
              <a:rPr lang="en-US" altLang="ko-KR">
                <a:solidFill>
                  <a:srgbClr val="000000"/>
                </a:solidFill>
              </a:rPr>
              <a:t>: </a:t>
            </a:r>
            <a:r>
              <a:rPr lang="en-US" altLang="ko-KR">
                <a:solidFill>
                  <a:srgbClr val="0000FF"/>
                </a:solidFill>
              </a:rPr>
              <a:t>left</a:t>
            </a:r>
            <a:r>
              <a:rPr lang="en-US" altLang="ko-KR">
                <a:solidFill>
                  <a:srgbClr val="000000"/>
                </a:solidFill>
              </a:rPr>
              <a:t> – </a:t>
            </a:r>
            <a:r>
              <a:rPr lang="en-US" altLang="ko-KR">
                <a:solidFill>
                  <a:srgbClr val="FF0000"/>
                </a:solidFill>
              </a:rPr>
              <a:t>root</a:t>
            </a:r>
            <a:r>
              <a:rPr lang="en-US" altLang="ko-KR">
                <a:solidFill>
                  <a:srgbClr val="000000"/>
                </a:solidFill>
              </a:rPr>
              <a:t> – </a:t>
            </a:r>
            <a:r>
              <a:rPr lang="en-US" altLang="ko-KR">
                <a:solidFill>
                  <a:srgbClr val="0000FF"/>
                </a:solidFill>
              </a:rPr>
              <a:t>right : </a:t>
            </a:r>
            <a:r>
              <a:rPr lang="en-US" altLang="ko-KR">
                <a:solidFill>
                  <a:srgbClr val="000000"/>
                </a:solidFill>
              </a:rPr>
              <a:t>1, 2, 3, 4, 5, 6, 7, 8, 9</a:t>
            </a:r>
            <a:endParaRPr lang="en-US" altLang="ko-KR">
              <a:solidFill>
                <a:srgbClr val="0000FF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3333CC"/>
              </a:buClr>
            </a:pPr>
            <a:r>
              <a:rPr lang="ko-KR" altLang="en-US">
                <a:solidFill>
                  <a:srgbClr val="000000"/>
                </a:solidFill>
              </a:rPr>
              <a:t>후위 운행 </a:t>
            </a:r>
            <a:r>
              <a:rPr lang="en-US" altLang="ko-KR">
                <a:solidFill>
                  <a:srgbClr val="000000"/>
                </a:solidFill>
              </a:rPr>
              <a:t>: </a:t>
            </a:r>
            <a:r>
              <a:rPr lang="en-US" altLang="ko-KR">
                <a:solidFill>
                  <a:srgbClr val="0000FF"/>
                </a:solidFill>
              </a:rPr>
              <a:t>left</a:t>
            </a:r>
            <a:r>
              <a:rPr lang="en-US" altLang="ko-KR">
                <a:solidFill>
                  <a:srgbClr val="000000"/>
                </a:solidFill>
              </a:rPr>
              <a:t> – </a:t>
            </a:r>
            <a:r>
              <a:rPr lang="en-US" altLang="ko-KR">
                <a:solidFill>
                  <a:srgbClr val="0000FF"/>
                </a:solidFill>
              </a:rPr>
              <a:t>right</a:t>
            </a:r>
            <a:r>
              <a:rPr lang="en-US" altLang="ko-KR">
                <a:solidFill>
                  <a:srgbClr val="000000"/>
                </a:solidFill>
              </a:rPr>
              <a:t> – </a:t>
            </a:r>
            <a:r>
              <a:rPr lang="en-US" altLang="ko-KR">
                <a:solidFill>
                  <a:srgbClr val="FF0000"/>
                </a:solidFill>
              </a:rPr>
              <a:t>root : </a:t>
            </a:r>
            <a:r>
              <a:rPr lang="en-US" altLang="ko-KR">
                <a:solidFill>
                  <a:srgbClr val="000000"/>
                </a:solidFill>
              </a:rPr>
              <a:t>1, 3, 4, 2, 7, 6, 9, 8, 5</a:t>
            </a:r>
            <a:endParaRPr lang="ko-KR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파스텔톤">
  <a:themeElements>
    <a:clrScheme name="파스텔톤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파스텔톤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solidFill>
          <a:srgbClr val="99FF33"/>
        </a:solidFill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 algn="l">
          <a:defRPr sz="2000" b="1" dirty="0" smtClean="0">
            <a:solidFill>
              <a:srgbClr val="FF0000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>
    <a:extraClrScheme>
      <a:clrScheme name="파스텔톤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파스텔톤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파스텔톤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와이드스크린</PresentationFormat>
  <Paragraphs>69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굴림</vt:lpstr>
      <vt:lpstr>맑은 고딕</vt:lpstr>
      <vt:lpstr>Arial</vt:lpstr>
      <vt:lpstr>Tahoma</vt:lpstr>
      <vt:lpstr>Wingdings</vt:lpstr>
      <vt:lpstr>파스텔톤</vt:lpstr>
      <vt:lpstr>트리운행 연습문제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경미 문</dc:creator>
  <cp:lastModifiedBy>경미 문</cp:lastModifiedBy>
  <cp:revision>1</cp:revision>
  <dcterms:created xsi:type="dcterms:W3CDTF">2026-08-19T04:49:53Z</dcterms:created>
  <dcterms:modified xsi:type="dcterms:W3CDTF">2026-08-19T04:50:27Z</dcterms:modified>
</cp:coreProperties>
</file>