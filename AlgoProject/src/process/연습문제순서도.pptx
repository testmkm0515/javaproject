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413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DAA20-633E-26F1-D7A6-EB51C44F6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01CF96-E0DD-2F5F-8F63-F2E7824ED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29999-B8C7-3213-60B4-007A88873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6DB1-1A1F-4545-A14F-F3215EC31037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BCCA83-0E6F-6D5B-0E3C-64172A5CE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BE0290-CE02-B2DF-0E80-D208159D9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7670-3738-404A-B858-ABE6959A80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877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FA4A8-741A-9D3A-264C-EEEC41E5B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92679C-AD73-D3CC-AA2F-DD7BCFE8C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5C5FD-DAEE-1E0F-1D99-F888410A6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6DB1-1A1F-4545-A14F-F3215EC31037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DF99E7-15D3-0A31-1B1A-608CF0E52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B4AE8F-3ADA-6929-6D2A-88ECF9441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7670-3738-404A-B858-ABE6959A80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631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EFE95-FAB2-222A-B512-FEA562C95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4431C5-2D6C-9A44-30E2-7BC40DB8D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1E78C3-1E0D-4403-7990-4DFE4A31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6DB1-1A1F-4545-A14F-F3215EC31037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2830F4-22DC-08D7-8E4F-CE9BE147C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0D38DF-2B69-4408-53DA-E12D697E7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7670-3738-404A-B858-ABE6959A80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35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78133-722C-63B5-C790-10E48A91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33E1C-13D5-DA50-50D6-83B63DC17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4AB9A8-DE28-48C1-F30E-816133A17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6D410-6FD2-217E-6B2B-3E2134FE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6DB1-1A1F-4545-A14F-F3215EC31037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AD89E2-4924-F6F6-BEF0-087FF24AD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404091-BB64-E529-2D07-2FD5F784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7670-3738-404A-B858-ABE6959A80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37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2B598-107A-6F3F-73B9-59FA163C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3358BC-BC3D-9D66-9C82-76BB09CCB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A79A86-F008-CBAC-56EB-2A774D1FB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127CD5-1B34-EE47-67E3-997FAA8F6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167810-18D1-FE79-990A-A8ED0D8EA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2F2911-2CA3-0BFD-67C1-36D21398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6DB1-1A1F-4545-A14F-F3215EC31037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F807CF-D458-DAD9-3B39-58AB8CB21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E30BB2-1A84-19DD-C68D-42946B49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7670-3738-404A-B858-ABE6959A80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2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C8BFA-7773-5780-C52B-25413F65C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DDB8C3-39CC-8334-CE2F-8873601B2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6DB1-1A1F-4545-A14F-F3215EC31037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2BBEDD-F736-6C9C-434D-1236788C1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975A62-4719-562A-846E-D39CA16C6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7670-3738-404A-B858-ABE6959A80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14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3B2FA4-D500-38CC-210B-90AAC16C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6DB1-1A1F-4545-A14F-F3215EC31037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4C487E-E652-2D61-A289-EDEEB4289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0A9F1E-4CF1-FF95-41A1-3EE111C4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7670-3738-404A-B858-ABE6959A80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2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98E3A-4218-6749-4BD3-39DB7CD0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D54A57-B8E0-2175-3D53-823744995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B2B74B-FE7B-0462-CA8C-474BB39FD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209EFA-D86A-E003-3B1C-B05ECF24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6DB1-1A1F-4545-A14F-F3215EC31037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EEBBB2-E7F5-5BE5-1004-39632DDB6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2FCF8F-F3DC-1354-5A11-DE016278C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7670-3738-404A-B858-ABE6959A80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159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DDCCAA-1FF2-5AF7-96BD-D1A7D11C1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405F20-304C-6B79-6DC9-F4E25369B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89764E-A4BC-0994-A273-FA5AFBB9F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342A4A-624D-6B31-C190-6B53A42A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6DB1-1A1F-4545-A14F-F3215EC31037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808EDA-BDD0-5978-62BF-3DE0EE834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3C211C-F7F0-4C32-7212-33219878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7670-3738-404A-B858-ABE6959A80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09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4A749-DD05-6571-57D8-AA7012C32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7E3970-BEFE-B8FF-9CF2-3DABF5CBD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9F8667-D7E2-D0A8-5774-B6F11FBE8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6DB1-1A1F-4545-A14F-F3215EC31037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5D14E4-F116-02FD-82CB-A6D0C1C4B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1C85EB-731B-9177-3C5C-D7913A1E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7670-3738-404A-B858-ABE6959A80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57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115E0B-8A04-E4ED-C7C2-45BB270D9F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B61707-F3C9-33AC-2AED-8C9C00E18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839A80-942F-17FB-CC4F-67BCAF80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6DB1-1A1F-4545-A14F-F3215EC31037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D7E03-DF50-603A-F29D-63EB3A991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17BAE7-5B0E-A167-21DA-CAE2D2C46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7670-3738-404A-B858-ABE6959A80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141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A0BFFA4-3F14-D3F0-A33E-0761D95AE528}"/>
              </a:ext>
            </a:extLst>
          </p:cNvPr>
          <p:cNvGrpSpPr>
            <a:grpSpLocks/>
          </p:cNvGrpSpPr>
          <p:nvPr/>
        </p:nvGrpSpPr>
        <p:grpSpPr bwMode="auto">
          <a:xfrm>
            <a:off x="179917" y="2233613"/>
            <a:ext cx="12012083" cy="1052512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A76E836E-BCEA-CA94-D05E-C236F46C6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E9371B03-D817-535D-DAA9-DD7088DC52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4AE90029-D4A0-EF2F-C4F8-ADF72C23A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02CB4831-AF41-088F-F3B8-7B0A4E91D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5A150DA-56FC-3AC2-CE46-AFD334EE3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B97F4E7-69CA-AE82-A784-1BBF7239B9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9088C04C-0F0B-0056-28D9-4F23EAB42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sz="1800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2274E082-B768-17B3-E836-26783E84B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sz="1800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3F9A2A0B-096C-29EF-99C5-213433481E8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sz="1800"/>
            </a:p>
          </p:txBody>
        </p:sp>
      </p:grpSp>
      <p:sp>
        <p:nvSpPr>
          <p:cNvPr id="143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619219" y="1643050"/>
            <a:ext cx="9982197" cy="1143008"/>
          </a:xfrm>
        </p:spPr>
        <p:txBody>
          <a:bodyPr anchor="ctr"/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285973" y="3500438"/>
            <a:ext cx="8534400" cy="1752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32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E58B245D-B22E-F0E3-FCF8-3F3BF809D6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D21A1ACB-614C-28E5-8F88-3B9FF0FFEF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DBC3025D-6D4D-5537-6751-617044FDCA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9E1BDFA2-2B77-421B-9C55-D84FD861387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6596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37F9D7C-9A96-1E5A-0DCF-6CA5104A80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9D8557-8F05-8EE8-EE54-1AFF040984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DCAF2E4-5BC4-CE3F-146D-9FF4E31756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C9D0D3-1E7B-4E74-B09F-9AC7460DFB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3116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5670617-33B4-A45D-D9E0-CB56532A79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0F00762-62EA-042E-2DC0-CE81E9E5C7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DC9E832-0E35-FDA5-1D38-69F8BEFB09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1079C-E95D-4641-AE39-6C82B111C44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5139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F441D1A-6AF1-CE62-753B-E56BA6B4AC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3A3DF6-CE5E-9F48-4D80-47292FAB01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5E1A878-5E32-8C5C-9661-981855F264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A5837-5982-4069-81D0-096AE22C2B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3709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373D893-FE67-048D-2C68-53FAF9B32C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9E25085-EEC6-F373-F44D-5475DFDDA6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CEC85B59-2E20-AB79-6613-35EDB6552E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685A74-D5AB-4388-AC96-68C5E9D47B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7243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DB8D8D5-A72C-3E3C-F3E2-14E43149E5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5FA01F2-D97A-B7C0-A8F4-03BB522E5F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4D2730A-113F-9268-2AB2-7133896201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55E21E-E90D-4FCD-9DEF-014E5D92C8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39989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E009B06-EB04-0594-BA63-C436D0A32E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74DCEEC-DF36-8D4D-98B1-AEE9878028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47A9593-AC36-C10B-52F4-96A4D0B1FC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5A3258-C0C6-498B-80B0-9CF1BD5D2E0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333269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897BBE8-1448-2276-48DF-051B67B159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57DECDF-9892-7651-8236-BFD14732AE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1F7097-3398-0683-8D1F-4011E337FA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4C1CD-E6AD-4539-A529-5CB4A2145E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2694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15D3AA7-0D9F-F331-F2B0-9EF44440E0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DB83CFD-6BEA-1788-6929-600AD52942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DF4A97A-6C53-25F6-8EEB-CCA2DD4C6E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07AE0-C8D7-4983-8354-C0CBEA5DFF5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77135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EC00A1A-936B-AB77-9DEC-3952C8FEAB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37E1841-0896-5E2B-D8D9-13A51A4B95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E66D34C-7EEA-2F54-B340-B42B797F95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366558-6F89-468C-A268-9585976003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655867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338733" y="214313"/>
            <a:ext cx="2601384" cy="5918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534584" y="214313"/>
            <a:ext cx="7600949" cy="5918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567AD29-02A2-AFED-1CA5-5D739AFE4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47214D7-C065-9251-DCFD-7391A7798E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D5362EE-5570-A80F-E242-44B28D24A5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D38683-FEED-4A1B-838C-CA027A830B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03641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섹션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2719B5A-495E-D162-C33D-531902C357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7F8F8"/>
              </a:clrFrom>
              <a:clrTo>
                <a:srgbClr val="F7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535311" y="3000096"/>
            <a:ext cx="8496944" cy="614642"/>
          </a:xfrm>
        </p:spPr>
        <p:txBody>
          <a:bodyPr>
            <a:noAutofit/>
          </a:bodyPr>
          <a:lstStyle>
            <a:lvl1pPr algn="ctr">
              <a:defRPr sz="3000" b="1">
                <a:latin typeface="HY헤드라인M" pitchFamily="18" charset="-127"/>
                <a:ea typeface="HY헤드라인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996237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섹션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206FE8A1-652A-648A-1C0C-3A095534F31C}"/>
              </a:ext>
            </a:extLst>
          </p:cNvPr>
          <p:cNvSpPr txBox="1">
            <a:spLocks/>
          </p:cNvSpPr>
          <p:nvPr userDrawn="1"/>
        </p:nvSpPr>
        <p:spPr>
          <a:xfrm>
            <a:off x="11207751" y="6591300"/>
            <a:ext cx="846667" cy="2047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fld id="{16629394-2BA2-424E-8D3C-13CF6B659DB0}" type="slidenum">
              <a:rPr lang="ko-KR" altLang="en-US" sz="900" smtClean="0"/>
              <a:pPr algn="ctr" fontAlgn="auto">
                <a:spcAft>
                  <a:spcPts val="0"/>
                </a:spcAft>
                <a:defRPr/>
              </a:pPr>
              <a:t>‹#›</a:t>
            </a:fld>
            <a:endParaRPr lang="ko-KR" altLang="en-US" sz="135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83C380-9261-DBC6-7652-1A1EC3B2DAC0}"/>
              </a:ext>
            </a:extLst>
          </p:cNvPr>
          <p:cNvSpPr/>
          <p:nvPr userDrawn="1"/>
        </p:nvSpPr>
        <p:spPr>
          <a:xfrm>
            <a:off x="0" y="0"/>
            <a:ext cx="152400" cy="977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0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3AED607-A95C-30B1-9F13-3A0BBA3B240F}"/>
              </a:ext>
            </a:extLst>
          </p:cNvPr>
          <p:cNvCxnSpPr/>
          <p:nvPr userDrawn="1"/>
        </p:nvCxnSpPr>
        <p:spPr>
          <a:xfrm>
            <a:off x="304800" y="977900"/>
            <a:ext cx="118872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3802" y="61228"/>
            <a:ext cx="11155071" cy="548680"/>
          </a:xfrm>
        </p:spPr>
        <p:txBody>
          <a:bodyPr>
            <a:noAutofit/>
          </a:bodyPr>
          <a:lstStyle>
            <a:lvl1pPr algn="l">
              <a:defRPr sz="18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443977" y="1268762"/>
            <a:ext cx="11340657" cy="5256580"/>
          </a:xfrm>
        </p:spPr>
        <p:txBody>
          <a:bodyPr>
            <a:noAutofit/>
          </a:bodyPr>
          <a:lstStyle>
            <a:lvl1pPr marL="257175" indent="-257175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15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335756" indent="-13573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 sz="135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471488" indent="-135731">
              <a:lnSpc>
                <a:spcPct val="150000"/>
              </a:lnSpc>
              <a:spcBef>
                <a:spcPts val="0"/>
              </a:spcBef>
              <a:spcAft>
                <a:spcPts val="225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607219" indent="-135731">
              <a:lnSpc>
                <a:spcPct val="150000"/>
              </a:lnSpc>
              <a:spcBef>
                <a:spcPts val="0"/>
              </a:spcBef>
              <a:spcAft>
                <a:spcPts val="225"/>
              </a:spcAft>
              <a:buClr>
                <a:srgbClr val="0070C0"/>
              </a:buClr>
              <a:buSzPct val="96000"/>
              <a:buFont typeface="Wingdings" panose="05000000000000000000" pitchFamily="2" charset="2"/>
              <a:buChar char="§"/>
              <a:defRPr sz="105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742950" indent="-135731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  <a:defRPr sz="825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22" name="부제목 2"/>
          <p:cNvSpPr>
            <a:spLocks noGrp="1"/>
          </p:cNvSpPr>
          <p:nvPr>
            <p:ph type="subTitle" idx="1"/>
          </p:nvPr>
        </p:nvSpPr>
        <p:spPr>
          <a:xfrm>
            <a:off x="443800" y="632164"/>
            <a:ext cx="8534400" cy="345730"/>
          </a:xfrm>
        </p:spPr>
        <p:txBody>
          <a:bodyPr anchor="ctr">
            <a:normAutofit/>
          </a:bodyPr>
          <a:lstStyle>
            <a:lvl1pPr marL="0" indent="0" algn="l">
              <a:buNone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8195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18FCB3-2B41-2CB1-38C1-A6F93359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ADBDCB-E67E-A2F2-53A7-03A7B3000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CED9F3-0E17-49C5-A8DD-983C1DC21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86DB1-1A1F-4545-A14F-F3215EC31037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D2E932-7002-43DA-E02D-3A6507DA2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CF29D-A3D2-BB28-D806-D5B051456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857670-3738-404A-B858-ABE6959A80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89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7AB06CF-854F-3008-6AF7-94F1406533F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87351" y="369888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4D341A6-EFF8-170F-23B7-059CCE90CEA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97467" y="369888"/>
            <a:ext cx="438151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8" name="Rectangle 5">
            <a:extLst>
              <a:ext uri="{FF2B5EF4-FFF2-40B4-BE49-F238E27FC236}">
                <a16:creationId xmlns:a16="http://schemas.microsoft.com/office/drawing/2014/main" id="{69F0931F-8DC5-648D-113F-10F94B0384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045633" y="792163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E1824A39-411E-6DE4-41D7-9178ACA435E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719139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30" name="Rectangle 7">
            <a:extLst>
              <a:ext uri="{FF2B5EF4-FFF2-40B4-BE49-F238E27FC236}">
                <a16:creationId xmlns:a16="http://schemas.microsoft.com/office/drawing/2014/main" id="{2B6EBBEC-BB89-73E4-D76A-2A9620570FD7}"/>
              </a:ext>
            </a:extLst>
          </p:cNvPr>
          <p:cNvSpPr>
            <a:spLocks noChangeArrowheads="1"/>
          </p:cNvSpPr>
          <p:nvPr/>
        </p:nvSpPr>
        <p:spPr bwMode="gray">
          <a:xfrm>
            <a:off x="846667" y="261938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2F90868B-9701-E7EA-D416-9FD0F07AFA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1218" y="105251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9FC8F05D-BE94-AA99-DDD9-BA465D05B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214314"/>
            <a:ext cx="10390716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33" name="Rectangle 10">
            <a:extLst>
              <a:ext uri="{FF2B5EF4-FFF2-40B4-BE49-F238E27FC236}">
                <a16:creationId xmlns:a16="http://schemas.microsoft.com/office/drawing/2014/main" id="{BA4AD1B6-5D6A-5548-1A1A-01028403E7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57251" y="1143000"/>
            <a:ext cx="11082867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3323" name="Rectangle 11">
            <a:extLst>
              <a:ext uri="{FF2B5EF4-FFF2-40B4-BE49-F238E27FC236}">
                <a16:creationId xmlns:a16="http://schemas.microsoft.com/office/drawing/2014/main" id="{B2ADD154-9376-3DE3-6B43-25CFE3ACF4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49400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39414D8B-0FD6-D0F0-DDB7-5B41CCE0399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76800" y="62436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8E82AAB0-C6F0-780F-4DD6-4E2BC2C6789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pPr>
              <a:defRPr/>
            </a:pPr>
            <a:fld id="{FB3E0719-6B63-4F94-8FDA-1B79AFA5CF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6094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82" name="그룹 42">
            <a:extLst>
              <a:ext uri="{FF2B5EF4-FFF2-40B4-BE49-F238E27FC236}">
                <a16:creationId xmlns:a16="http://schemas.microsoft.com/office/drawing/2014/main" id="{52FC7C30-9C93-FBBA-DF0C-15EF121E0567}"/>
              </a:ext>
            </a:extLst>
          </p:cNvPr>
          <p:cNvGrpSpPr>
            <a:grpSpLocks/>
          </p:cNvGrpSpPr>
          <p:nvPr/>
        </p:nvGrpSpPr>
        <p:grpSpPr bwMode="auto">
          <a:xfrm>
            <a:off x="2343151" y="620713"/>
            <a:ext cx="7504113" cy="5186362"/>
            <a:chOff x="596531" y="117505"/>
            <a:chExt cx="7503861" cy="5185685"/>
          </a:xfrm>
        </p:grpSpPr>
        <p:sp>
          <p:nvSpPr>
            <p:cNvPr id="71683" name="순서도: 준비 9">
              <a:extLst>
                <a:ext uri="{FF2B5EF4-FFF2-40B4-BE49-F238E27FC236}">
                  <a16:creationId xmlns:a16="http://schemas.microsoft.com/office/drawing/2014/main" id="{AEF2D645-B5C6-CB92-B6B1-28D9ED248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0424" y="852696"/>
              <a:ext cx="2009872" cy="643491"/>
            </a:xfrm>
            <a:prstGeom prst="flowChartPreparation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</a:rPr>
                <a:t>i = 1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</a:rPr>
                <a:t>sum = 0</a:t>
              </a:r>
              <a:endParaRPr lang="ko-KR" altLang="en-US" sz="1800">
                <a:solidFill>
                  <a:srgbClr val="000000"/>
                </a:solidFill>
              </a:endParaRPr>
            </a:p>
          </p:txBody>
        </p:sp>
        <p:cxnSp>
          <p:nvCxnSpPr>
            <p:cNvPr id="71684" name="직선 연결선 13">
              <a:extLst>
                <a:ext uri="{FF2B5EF4-FFF2-40B4-BE49-F238E27FC236}">
                  <a16:creationId xmlns:a16="http://schemas.microsoft.com/office/drawing/2014/main" id="{CAE18FE2-8C9B-4E50-D882-70A52D911E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35360" y="586422"/>
              <a:ext cx="0" cy="24772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685" name="직선 연결선 13">
              <a:extLst>
                <a:ext uri="{FF2B5EF4-FFF2-40B4-BE49-F238E27FC236}">
                  <a16:creationId xmlns:a16="http://schemas.microsoft.com/office/drawing/2014/main" id="{05BFC911-8F23-25C1-8AD5-03FBEF197B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35360" y="1496187"/>
              <a:ext cx="0" cy="24772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686" name="순서도: 수행의 시작/종료 16">
              <a:extLst>
                <a:ext uri="{FF2B5EF4-FFF2-40B4-BE49-F238E27FC236}">
                  <a16:creationId xmlns:a16="http://schemas.microsoft.com/office/drawing/2014/main" id="{10926266-3481-DF5C-473B-9D3806F75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621" y="117505"/>
              <a:ext cx="1392712" cy="468917"/>
            </a:xfrm>
            <a:prstGeom prst="flowChartTermina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</a:rPr>
                <a:t>START</a:t>
              </a:r>
              <a:endParaRPr lang="ko-KR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1687" name="순서도: 판단 4">
              <a:extLst>
                <a:ext uri="{FF2B5EF4-FFF2-40B4-BE49-F238E27FC236}">
                  <a16:creationId xmlns:a16="http://schemas.microsoft.com/office/drawing/2014/main" id="{FAFC28F0-23B7-A12C-2621-0BD7F620D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037" y="1772816"/>
              <a:ext cx="2317275" cy="68866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</a:rPr>
                <a:t>i &lt;= 100</a:t>
              </a:r>
              <a:endParaRPr lang="ko-KR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1688" name="TextBox 8">
              <a:extLst>
                <a:ext uri="{FF2B5EF4-FFF2-40B4-BE49-F238E27FC236}">
                  <a16:creationId xmlns:a16="http://schemas.microsoft.com/office/drawing/2014/main" id="{9EF691B8-EB93-B478-04F7-A1C0858B11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4486" y="2397815"/>
              <a:ext cx="734120" cy="369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FF"/>
                  </a:solidFill>
                </a:rPr>
                <a:t>YES</a:t>
              </a:r>
              <a:endParaRPr lang="ko-KR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71689" name="TextBox 9">
              <a:extLst>
                <a:ext uri="{FF2B5EF4-FFF2-40B4-BE49-F238E27FC236}">
                  <a16:creationId xmlns:a16="http://schemas.microsoft.com/office/drawing/2014/main" id="{DA27356A-54C7-AC93-C9C6-2805B0C47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313" y="1752097"/>
              <a:ext cx="643258" cy="369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FF"/>
                  </a:solidFill>
                </a:rPr>
                <a:t>NO</a:t>
              </a:r>
              <a:endParaRPr lang="ko-KR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71690" name="순서도: 수행의 시작/종료 16">
              <a:extLst>
                <a:ext uri="{FF2B5EF4-FFF2-40B4-BE49-F238E27FC236}">
                  <a16:creationId xmlns:a16="http://schemas.microsoft.com/office/drawing/2014/main" id="{685ADD95-4344-8FFC-6A0D-E87B2D621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7680" y="4581128"/>
              <a:ext cx="1392712" cy="468917"/>
            </a:xfrm>
            <a:prstGeom prst="flowChartTermina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</a:rPr>
                <a:t>END</a:t>
              </a:r>
              <a:endParaRPr lang="ko-KR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71691" name="순서도: 문서 19">
              <a:extLst>
                <a:ext uri="{FF2B5EF4-FFF2-40B4-BE49-F238E27FC236}">
                  <a16:creationId xmlns:a16="http://schemas.microsoft.com/office/drawing/2014/main" id="{2C601713-3F73-7989-4BD8-4354C04C9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7680" y="3143698"/>
              <a:ext cx="1365998" cy="664181"/>
            </a:xfrm>
            <a:prstGeom prst="flowChartDocumen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</a:rPr>
                <a:t>sum </a:t>
              </a:r>
              <a:r>
                <a:rPr lang="ko-KR" altLang="en-US" sz="1800">
                  <a:solidFill>
                    <a:srgbClr val="000000"/>
                  </a:solidFill>
                </a:rPr>
                <a:t>출력</a:t>
              </a:r>
            </a:p>
          </p:txBody>
        </p:sp>
        <p:cxnSp>
          <p:nvCxnSpPr>
            <p:cNvPr id="71692" name="직선 연결선 13">
              <a:extLst>
                <a:ext uri="{FF2B5EF4-FFF2-40B4-BE49-F238E27FC236}">
                  <a16:creationId xmlns:a16="http://schemas.microsoft.com/office/drawing/2014/main" id="{F942302A-E8A5-B200-1930-021C32D8CF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65283" y="2117150"/>
              <a:ext cx="12039" cy="103864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693" name="직선 연결선 13">
              <a:extLst>
                <a:ext uri="{FF2B5EF4-FFF2-40B4-BE49-F238E27FC236}">
                  <a16:creationId xmlns:a16="http://schemas.microsoft.com/office/drawing/2014/main" id="{B6C02177-E012-646E-4D6F-98DC6E2451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02366" y="3807879"/>
              <a:ext cx="0" cy="77324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694" name="직선 연결선 2">
              <a:extLst>
                <a:ext uri="{FF2B5EF4-FFF2-40B4-BE49-F238E27FC236}">
                  <a16:creationId xmlns:a16="http://schemas.microsoft.com/office/drawing/2014/main" id="{5E497E17-3D95-161F-2621-47C634941E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084313" y="2116302"/>
              <a:ext cx="1280970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695" name="순서도: 판단 4">
              <a:extLst>
                <a:ext uri="{FF2B5EF4-FFF2-40B4-BE49-F238E27FC236}">
                  <a16:creationId xmlns:a16="http://schemas.microsoft.com/office/drawing/2014/main" id="{421F2C03-373A-4780-17F5-898BCCF88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7745" y="2767149"/>
              <a:ext cx="2893482" cy="850822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600">
                  <a:solidFill>
                    <a:srgbClr val="000000"/>
                  </a:solidFill>
                </a:rPr>
                <a:t>i  % 2 == 1</a:t>
              </a:r>
              <a:endParaRPr lang="ko-KR" altLang="en-US" sz="1600">
                <a:solidFill>
                  <a:srgbClr val="000000"/>
                </a:solidFill>
              </a:endParaRPr>
            </a:p>
          </p:txBody>
        </p:sp>
        <p:cxnSp>
          <p:nvCxnSpPr>
            <p:cNvPr id="71696" name="직선 화살표 연결선 7">
              <a:extLst>
                <a:ext uri="{FF2B5EF4-FFF2-40B4-BE49-F238E27FC236}">
                  <a16:creationId xmlns:a16="http://schemas.microsoft.com/office/drawing/2014/main" id="{733BAD14-AF3D-D4EB-5086-B325AA261C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93355" y="3186153"/>
              <a:ext cx="1234390" cy="1281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697" name="TextBox 8">
              <a:extLst>
                <a:ext uri="{FF2B5EF4-FFF2-40B4-BE49-F238E27FC236}">
                  <a16:creationId xmlns:a16="http://schemas.microsoft.com/office/drawing/2014/main" id="{B4080F8A-2F4B-41F8-3D40-2244AE54E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8425" y="3510901"/>
              <a:ext cx="734120" cy="369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FF"/>
                  </a:solidFill>
                </a:rPr>
                <a:t>YES</a:t>
              </a:r>
              <a:endParaRPr lang="ko-KR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71698" name="TextBox 9">
              <a:extLst>
                <a:ext uri="{FF2B5EF4-FFF2-40B4-BE49-F238E27FC236}">
                  <a16:creationId xmlns:a16="http://schemas.microsoft.com/office/drawing/2014/main" id="{A5E37FD7-6B5A-47D9-EB9D-09B85FEB0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6895" y="2854200"/>
              <a:ext cx="643258" cy="369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FF"/>
                  </a:solidFill>
                </a:rPr>
                <a:t>NO</a:t>
              </a:r>
              <a:endParaRPr lang="ko-KR" altLang="en-US" sz="1800">
                <a:solidFill>
                  <a:srgbClr val="0000FF"/>
                </a:solidFill>
              </a:endParaRPr>
            </a:p>
          </p:txBody>
        </p:sp>
        <p:cxnSp>
          <p:nvCxnSpPr>
            <p:cNvPr id="71699" name="직선 화살표 연결선 11">
              <a:extLst>
                <a:ext uri="{FF2B5EF4-FFF2-40B4-BE49-F238E27FC236}">
                  <a16:creationId xmlns:a16="http://schemas.microsoft.com/office/drawing/2014/main" id="{E6448551-3F07-0E5D-0B54-B3581F4CA2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293353" y="4332415"/>
              <a:ext cx="1" cy="1132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00" name="직선 화살표 연결선 19">
              <a:extLst>
                <a:ext uri="{FF2B5EF4-FFF2-40B4-BE49-F238E27FC236}">
                  <a16:creationId xmlns:a16="http://schemas.microsoft.com/office/drawing/2014/main" id="{2691D840-A382-862B-8FC0-344859F561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89893" y="4457263"/>
              <a:ext cx="2700900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01" name="직선 연결선 13">
              <a:extLst>
                <a:ext uri="{FF2B5EF4-FFF2-40B4-BE49-F238E27FC236}">
                  <a16:creationId xmlns:a16="http://schemas.microsoft.com/office/drawing/2014/main" id="{97DE1394-F0E6-B810-F587-8A7E6104D3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93354" y="3186153"/>
              <a:ext cx="1" cy="67772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702" name="직사각형 10">
              <a:extLst>
                <a:ext uri="{FF2B5EF4-FFF2-40B4-BE49-F238E27FC236}">
                  <a16:creationId xmlns:a16="http://schemas.microsoft.com/office/drawing/2014/main" id="{874DE541-4C00-A808-5598-3A999CBF1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280" y="3880235"/>
              <a:ext cx="2159945" cy="4531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</a:rPr>
                <a:t>sum = sum + i</a:t>
              </a:r>
            </a:p>
          </p:txBody>
        </p:sp>
        <p:sp>
          <p:nvSpPr>
            <p:cNvPr id="71703" name="직사각형 10">
              <a:extLst>
                <a:ext uri="{FF2B5EF4-FFF2-40B4-BE49-F238E27FC236}">
                  <a16:creationId xmlns:a16="http://schemas.microsoft.com/office/drawing/2014/main" id="{CB2CE370-8D55-3112-ADC4-409B00CEB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579" y="3863879"/>
              <a:ext cx="2159945" cy="4531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</a:rPr>
                <a:t>sum = sum - i</a:t>
              </a:r>
            </a:p>
          </p:txBody>
        </p:sp>
        <p:cxnSp>
          <p:nvCxnSpPr>
            <p:cNvPr id="71704" name="직선 연결선 13">
              <a:extLst>
                <a:ext uri="{FF2B5EF4-FFF2-40B4-BE49-F238E27FC236}">
                  <a16:creationId xmlns:a16="http://schemas.microsoft.com/office/drawing/2014/main" id="{64D1BC6C-8A3C-C789-BA5C-A25679C3C6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74486" y="2461484"/>
              <a:ext cx="0" cy="32585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05" name="직선 연결선 13">
              <a:extLst>
                <a:ext uri="{FF2B5EF4-FFF2-40B4-BE49-F238E27FC236}">
                  <a16:creationId xmlns:a16="http://schemas.microsoft.com/office/drawing/2014/main" id="{773D9EAD-B12F-8280-B52B-61F0938286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74486" y="3632506"/>
              <a:ext cx="0" cy="24772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06" name="직선 연결선 13">
              <a:extLst>
                <a:ext uri="{FF2B5EF4-FFF2-40B4-BE49-F238E27FC236}">
                  <a16:creationId xmlns:a16="http://schemas.microsoft.com/office/drawing/2014/main" id="{9C2F4CF0-055D-28DF-D19C-7DDF3C8427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90793" y="4333399"/>
              <a:ext cx="0" cy="24772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707" name="직사각형 10">
              <a:extLst>
                <a:ext uri="{FF2B5EF4-FFF2-40B4-BE49-F238E27FC236}">
                  <a16:creationId xmlns:a16="http://schemas.microsoft.com/office/drawing/2014/main" id="{598EF996-F47C-6428-D464-5AC5A1159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4172" y="4581128"/>
              <a:ext cx="1440160" cy="474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1800">
                  <a:solidFill>
                    <a:srgbClr val="000000"/>
                  </a:solidFill>
                </a:rPr>
                <a:t>i = i + 1</a:t>
              </a:r>
              <a:endParaRPr lang="ko-KR" altLang="en-US" sz="1800">
                <a:solidFill>
                  <a:srgbClr val="000000"/>
                </a:solidFill>
              </a:endParaRPr>
            </a:p>
          </p:txBody>
        </p:sp>
        <p:cxnSp>
          <p:nvCxnSpPr>
            <p:cNvPr id="71708" name="직선 연결선 13">
              <a:extLst>
                <a:ext uri="{FF2B5EF4-FFF2-40B4-BE49-F238E27FC236}">
                  <a16:creationId xmlns:a16="http://schemas.microsoft.com/office/drawing/2014/main" id="{168CC36C-00FE-B3D0-9890-37301CA9B5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34252" y="5055461"/>
              <a:ext cx="0" cy="24772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09" name="직선 연결선 2">
              <a:extLst>
                <a:ext uri="{FF2B5EF4-FFF2-40B4-BE49-F238E27FC236}">
                  <a16:creationId xmlns:a16="http://schemas.microsoft.com/office/drawing/2014/main" id="{9FF75C17-FB30-8840-C22E-B6BB851347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96531" y="5303190"/>
              <a:ext cx="443772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10" name="직선 연결선 13">
              <a:extLst>
                <a:ext uri="{FF2B5EF4-FFF2-40B4-BE49-F238E27FC236}">
                  <a16:creationId xmlns:a16="http://schemas.microsoft.com/office/drawing/2014/main" id="{45734658-3AEA-E5E9-4C74-F8C2701A8A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6531" y="1591039"/>
              <a:ext cx="0" cy="3700351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11" name="직선 화살표 연결선 32">
              <a:extLst>
                <a:ext uri="{FF2B5EF4-FFF2-40B4-BE49-F238E27FC236}">
                  <a16:creationId xmlns:a16="http://schemas.microsoft.com/office/drawing/2014/main" id="{59F9EA0A-3B69-51A2-5A41-DCD674140C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6531" y="1591039"/>
              <a:ext cx="4345446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파스텔톤">
  <a:themeElements>
    <a:clrScheme name="파스텔톤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파스텔톤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solidFill>
          <a:srgbClr val="99FF33"/>
        </a:solidFill>
        <a:ln w="571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 algn="l">
          <a:defRPr sz="2000" b="1" smtClean="0">
            <a:solidFill>
              <a:srgbClr val="FF0000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>
    <a:extraClrScheme>
      <a:clrScheme name="파스텔톤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파스텔톤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파스텔톤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HY헤드라인M</vt:lpstr>
      <vt:lpstr>굴림</vt:lpstr>
      <vt:lpstr>맑은 고딕</vt:lpstr>
      <vt:lpstr>Arial</vt:lpstr>
      <vt:lpstr>Tahoma</vt:lpstr>
      <vt:lpstr>Wingdings</vt:lpstr>
      <vt:lpstr>나눔바른고딕</vt:lpstr>
      <vt:lpstr>Office 테마</vt:lpstr>
      <vt:lpstr>파스텔톤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경미 문</dc:creator>
  <cp:lastModifiedBy>경미 문</cp:lastModifiedBy>
  <cp:revision>1</cp:revision>
  <dcterms:created xsi:type="dcterms:W3CDTF">2026-08-12T04:01:56Z</dcterms:created>
  <dcterms:modified xsi:type="dcterms:W3CDTF">2026-08-12T04:02:33Z</dcterms:modified>
</cp:coreProperties>
</file>