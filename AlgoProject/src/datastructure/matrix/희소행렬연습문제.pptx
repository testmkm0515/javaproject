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4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7D178F-F9DB-A9BF-8F3A-2831C7289CEF}"/>
              </a:ext>
            </a:extLst>
          </p:cNvPr>
          <p:cNvGrpSpPr>
            <a:grpSpLocks/>
          </p:cNvGrpSpPr>
          <p:nvPr/>
        </p:nvGrpSpPr>
        <p:grpSpPr bwMode="auto">
          <a:xfrm>
            <a:off x="179917" y="2233613"/>
            <a:ext cx="12012083" cy="1052512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AA0E7C6-F0C8-1210-F23F-415F1E7F6B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05663C6-5B69-0891-97F0-03EA91CD0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CEED7AC-B36F-CD39-80F6-B36949D72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1568D3B-F912-28E7-7EA1-7935C2C843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C5CF56B-3C89-1092-171D-BE8CCC905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937E925-299A-9126-602F-66F5927B4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0EB8358E-46AF-D7A1-A230-1635FBDA1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D91C41E-0BB8-584A-DF11-C5124E134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FDC5CD06-D459-C323-9F2B-84214525B9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619219" y="1643050"/>
            <a:ext cx="9982197" cy="1143008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285973" y="3500438"/>
            <a:ext cx="85344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99EBCE9-A10F-9C7A-CD7B-9B3C5D7966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2E216EF-0E12-D12B-2D82-BC7698D639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84D715C2-6616-8715-5F66-D285B89C1A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C2536F7-1AB3-4E2C-A47A-92AD57BA8B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685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1EC1A7C-ECD7-59D9-9BFC-F3D55CD3B9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E15C971-6CA7-449C-9B02-AC27F59AAF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EE58D8A-602D-A8D0-81C6-4F63C833E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256D9-D1ED-49E1-B07F-3F33765351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233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24585F9-D5D9-D8F3-3C1B-7CD5E9F387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86E41A4-DF2B-6BE4-A0CA-EC4DD72012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22BF163-74C3-4815-9150-51ADF9270B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A13E6-14B0-4A32-893C-7A5512BF38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1606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63379CC-551C-1D56-7800-CF86B9E3D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1D5559-7FDC-633D-6E22-5CEBD4B4DF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76D7FC3-6DDB-99B3-D671-34C07B2D71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75B47-5F03-41D9-9FEF-C016C9F3E1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828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49F95BC-2474-0B97-ABFF-B3FD7C48A5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C5105A3-E447-9CF8-BFB6-99C6DD522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338CD8A-6A91-C65B-8610-31625C09BA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7E08B2-BABD-4083-814E-0BA2345F3D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694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7E23412-AD43-A2E8-9381-F3674F8873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E232A43-2573-5BB0-769F-13DF98520F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34D68DB-CCAD-35CE-1EB2-9D0493A457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E9FAC4-1E3A-46FE-B0FB-DADB2FF449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577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2DBD905-5469-CEF8-AD18-5DD5006E2F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3FDAAEC-31FB-9820-E5FE-0BE742A5B5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2194FE6-C4A4-D8FE-8FE4-B60C3B4214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FAA9F-5305-4D20-B78D-7DF222ABCA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812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324BC10-12DD-64B1-4A3D-7EF094F3C1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7854AB-91E7-6674-72FB-94653C10F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F51E399-7FB8-2342-AF2B-763D42D936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7ABB3-6DDC-4D7B-9ACD-020437629F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1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75EDCB1-CC35-F472-A5E4-59CAB55B5D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0FCB04-BC09-B607-772F-54D504524C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D7850FF-F5FB-D060-0EEF-937E36DCF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1CB91-AD39-41D8-B4AB-078056EF97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169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2EE43F-109A-E357-E423-C3BD8DE909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E6DF86C-6A99-D66B-E167-3EE3800533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447C498-97CB-721F-B687-AECA538FC9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B1774-1AAF-4732-BCAC-CB42D3F3A1F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080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AF56EAF-C12F-DF72-1E93-FF527F324A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9E262A-BBCC-7CD9-A9D2-AEA62A5B8C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D00D07C-52F1-E026-14BF-4606A37733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77903-C84F-4002-A082-9D5F16555B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04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64F41E-6B1B-C2A5-BC01-082D7ADDD8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87351" y="369888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D02F85-2A93-17A1-810B-8A33A4C5D3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97467" y="369888"/>
            <a:ext cx="438151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8D05809F-B437-1F58-B08E-15D4F19ABA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45633" y="79216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D23C9200-19A4-24E3-AB0E-A18A7A1339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719139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825DD2CE-AC22-2286-52FB-E97671FE3F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846667" y="26193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242CF5E-3179-E6E2-BB8C-4D7F78227C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218" y="105251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58E00A52-6BB9-91CC-BE79-7B462FC2D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390716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33" name="Rectangle 10">
            <a:extLst>
              <a:ext uri="{FF2B5EF4-FFF2-40B4-BE49-F238E27FC236}">
                <a16:creationId xmlns:a16="http://schemas.microsoft.com/office/drawing/2014/main" id="{FD313F8F-7CDC-ECB0-68A6-F24145662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1" y="1143000"/>
            <a:ext cx="11082867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DD9C041F-A1DF-2380-DE17-86CE8EC38F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150F90B8-AC1B-45FD-C644-A54510B19C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C2145B25-816B-B56E-437B-F6C478B36D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3AEA8B13-63F9-425E-9208-D5575B3981D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411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786975E8-F865-A1C3-CD5D-E754745DF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4A32E4F-C365-467F-83F7-D66471C65606}" type="slidenum">
              <a:rPr kumimoji="0" lang="en-US" altLang="ko-KR" sz="1400" b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</a:t>
            </a:fld>
            <a:endParaRPr kumimoji="0" lang="en-US" altLang="ko-KR" sz="1400" b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7411" name="그룹 58">
            <a:extLst>
              <a:ext uri="{FF2B5EF4-FFF2-40B4-BE49-F238E27FC236}">
                <a16:creationId xmlns:a16="http://schemas.microsoft.com/office/drawing/2014/main" id="{CF954BC8-2CD8-4F59-939C-9886C684C409}"/>
              </a:ext>
            </a:extLst>
          </p:cNvPr>
          <p:cNvGrpSpPr>
            <a:grpSpLocks/>
          </p:cNvGrpSpPr>
          <p:nvPr/>
        </p:nvGrpSpPr>
        <p:grpSpPr bwMode="auto">
          <a:xfrm>
            <a:off x="3952876" y="357189"/>
            <a:ext cx="3286125" cy="5572125"/>
            <a:chOff x="2428860" y="928670"/>
            <a:chExt cx="3286148" cy="5572164"/>
          </a:xfrm>
        </p:grpSpPr>
        <p:sp>
          <p:nvSpPr>
            <p:cNvPr id="17412" name="직사각형 3">
              <a:extLst>
                <a:ext uri="{FF2B5EF4-FFF2-40B4-BE49-F238E27FC236}">
                  <a16:creationId xmlns:a16="http://schemas.microsoft.com/office/drawing/2014/main" id="{48AEC6BD-1A49-B876-922A-871E215B8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135729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FF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7</a:t>
              </a:r>
              <a:endParaRPr lang="ko-KR" altLang="en-US" sz="1800">
                <a:solidFill>
                  <a:srgbClr val="0000FF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13" name="직사각형 4">
              <a:extLst>
                <a:ext uri="{FF2B5EF4-FFF2-40B4-BE49-F238E27FC236}">
                  <a16:creationId xmlns:a16="http://schemas.microsoft.com/office/drawing/2014/main" id="{E99BF730-A25E-0EF6-A2C7-DA1E69D80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92867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FF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i</a:t>
              </a:r>
              <a:endParaRPr lang="ko-KR" altLang="en-US" sz="1800">
                <a:solidFill>
                  <a:srgbClr val="FF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14" name="직사각형 5">
              <a:extLst>
                <a:ext uri="{FF2B5EF4-FFF2-40B4-BE49-F238E27FC236}">
                  <a16:creationId xmlns:a16="http://schemas.microsoft.com/office/drawing/2014/main" id="{3A131ACD-5956-25E5-0802-ECA18BDA3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135729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FF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7</a:t>
              </a:r>
              <a:endParaRPr lang="ko-KR" altLang="en-US" sz="1800">
                <a:solidFill>
                  <a:srgbClr val="0000FF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15" name="직사각형 6">
              <a:extLst>
                <a:ext uri="{FF2B5EF4-FFF2-40B4-BE49-F238E27FC236}">
                  <a16:creationId xmlns:a16="http://schemas.microsoft.com/office/drawing/2014/main" id="{B80829AB-47F8-2D7C-D013-B7BFB291D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92867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FF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j</a:t>
              </a:r>
              <a:endParaRPr lang="ko-KR" altLang="en-US" sz="1800">
                <a:solidFill>
                  <a:srgbClr val="FF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16" name="직사각형 7">
              <a:extLst>
                <a:ext uri="{FF2B5EF4-FFF2-40B4-BE49-F238E27FC236}">
                  <a16:creationId xmlns:a16="http://schemas.microsoft.com/office/drawing/2014/main" id="{32F186A7-6481-A773-642C-9D97282D6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135729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FF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11</a:t>
              </a:r>
              <a:endParaRPr lang="ko-KR" altLang="en-US" sz="1800">
                <a:solidFill>
                  <a:srgbClr val="0000FF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17" name="직사각형 8">
              <a:extLst>
                <a:ext uri="{FF2B5EF4-FFF2-40B4-BE49-F238E27FC236}">
                  <a16:creationId xmlns:a16="http://schemas.microsoft.com/office/drawing/2014/main" id="{7F6547BC-2141-9BCE-11E7-8466D4D5F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92867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FF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value</a:t>
              </a:r>
              <a:endParaRPr lang="ko-KR" altLang="en-US" sz="1800">
                <a:solidFill>
                  <a:srgbClr val="FF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18" name="직사각형 9">
              <a:extLst>
                <a:ext uri="{FF2B5EF4-FFF2-40B4-BE49-F238E27FC236}">
                  <a16:creationId xmlns:a16="http://schemas.microsoft.com/office/drawing/2014/main" id="{F61C1AC2-1502-2EC8-2523-449689CD1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178592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0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19" name="직사각형 10">
              <a:extLst>
                <a:ext uri="{FF2B5EF4-FFF2-40B4-BE49-F238E27FC236}">
                  <a16:creationId xmlns:a16="http://schemas.microsoft.com/office/drawing/2014/main" id="{B34474C3-0DA6-3500-9840-04430B453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178592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0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0" name="직사각형 11">
              <a:extLst>
                <a:ext uri="{FF2B5EF4-FFF2-40B4-BE49-F238E27FC236}">
                  <a16:creationId xmlns:a16="http://schemas.microsoft.com/office/drawing/2014/main" id="{962D07C1-DBE8-9C41-B287-265E292F3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178592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20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1" name="직사각형 12">
              <a:extLst>
                <a:ext uri="{FF2B5EF4-FFF2-40B4-BE49-F238E27FC236}">
                  <a16:creationId xmlns:a16="http://schemas.microsoft.com/office/drawing/2014/main" id="{A2E4ED95-BB45-A551-D0C1-6B1A79A2C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2214554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0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2" name="직사각형 13">
              <a:extLst>
                <a:ext uri="{FF2B5EF4-FFF2-40B4-BE49-F238E27FC236}">
                  <a16:creationId xmlns:a16="http://schemas.microsoft.com/office/drawing/2014/main" id="{4A2E3E0D-8EB9-264A-583A-6E179D326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2214554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4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3" name="직사각형 14">
              <a:extLst>
                <a:ext uri="{FF2B5EF4-FFF2-40B4-BE49-F238E27FC236}">
                  <a16:creationId xmlns:a16="http://schemas.microsoft.com/office/drawing/2014/main" id="{4202B485-FF57-6B0D-B286-F107B36CF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2214554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9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4" name="직사각형 15">
              <a:extLst>
                <a:ext uri="{FF2B5EF4-FFF2-40B4-BE49-F238E27FC236}">
                  <a16:creationId xmlns:a16="http://schemas.microsoft.com/office/drawing/2014/main" id="{3544EF8A-92FB-1A8E-A24C-5720EAC02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2643182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1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5" name="직사각형 16">
              <a:extLst>
                <a:ext uri="{FF2B5EF4-FFF2-40B4-BE49-F238E27FC236}">
                  <a16:creationId xmlns:a16="http://schemas.microsoft.com/office/drawing/2014/main" id="{2FA2C0CF-29DA-6E73-48D1-9E445B1D5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2643182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6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6" name="직사각형 17">
              <a:extLst>
                <a:ext uri="{FF2B5EF4-FFF2-40B4-BE49-F238E27FC236}">
                  <a16:creationId xmlns:a16="http://schemas.microsoft.com/office/drawing/2014/main" id="{1149F099-C351-2D15-E68C-D1EF21781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2643182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-3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7" name="직사각형 18">
              <a:extLst>
                <a:ext uri="{FF2B5EF4-FFF2-40B4-BE49-F238E27FC236}">
                  <a16:creationId xmlns:a16="http://schemas.microsoft.com/office/drawing/2014/main" id="{FFA079CF-EFD4-2124-CCC1-6334142C4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307181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2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8" name="직사각형 19">
              <a:extLst>
                <a:ext uri="{FF2B5EF4-FFF2-40B4-BE49-F238E27FC236}">
                  <a16:creationId xmlns:a16="http://schemas.microsoft.com/office/drawing/2014/main" id="{E75234B2-14C9-C97D-E192-C852BB549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307181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1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29" name="직사각형 20">
              <a:extLst>
                <a:ext uri="{FF2B5EF4-FFF2-40B4-BE49-F238E27FC236}">
                  <a16:creationId xmlns:a16="http://schemas.microsoft.com/office/drawing/2014/main" id="{1981C3E5-31CE-210F-45D6-DB492BB69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307181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29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grpSp>
          <p:nvGrpSpPr>
            <p:cNvPr id="17430" name="그룹 39">
              <a:extLst>
                <a:ext uri="{FF2B5EF4-FFF2-40B4-BE49-F238E27FC236}">
                  <a16:creationId xmlns:a16="http://schemas.microsoft.com/office/drawing/2014/main" id="{6808261B-4844-88D0-9958-1A3B871F8A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3174" y="1571610"/>
              <a:ext cx="142876" cy="4714910"/>
              <a:chOff x="4929190" y="4500570"/>
              <a:chExt cx="215108" cy="1716100"/>
            </a:xfrm>
          </p:grpSpPr>
          <p:cxnSp>
            <p:nvCxnSpPr>
              <p:cNvPr id="17456" name="직선 연결선 35">
                <a:extLst>
                  <a:ext uri="{FF2B5EF4-FFF2-40B4-BE49-F238E27FC236}">
                    <a16:creationId xmlns:a16="http://schemas.microsoft.com/office/drawing/2014/main" id="{63D30D26-112D-8146-F3CB-3CDA764170B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4072728" y="5357826"/>
                <a:ext cx="1714512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57" name="직선 연결선 36">
                <a:extLst>
                  <a:ext uri="{FF2B5EF4-FFF2-40B4-BE49-F238E27FC236}">
                    <a16:creationId xmlns:a16="http://schemas.microsoft.com/office/drawing/2014/main" id="{A8FD5EAF-3E50-1C38-C3D9-BDAE946CFA3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929984" y="6215082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58" name="직선 연결선 37">
                <a:extLst>
                  <a:ext uri="{FF2B5EF4-FFF2-40B4-BE49-F238E27FC236}">
                    <a16:creationId xmlns:a16="http://schemas.microsoft.com/office/drawing/2014/main" id="{B0AA7D59-5DA8-6777-1439-F2976AAF97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929984" y="4500570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7431" name="직사각형 23">
              <a:extLst>
                <a:ext uri="{FF2B5EF4-FFF2-40B4-BE49-F238E27FC236}">
                  <a16:creationId xmlns:a16="http://schemas.microsoft.com/office/drawing/2014/main" id="{4FA7AD58-E09C-E40E-07F8-4FDD8F3D8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350043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2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2" name="직사각형 24">
              <a:extLst>
                <a:ext uri="{FF2B5EF4-FFF2-40B4-BE49-F238E27FC236}">
                  <a16:creationId xmlns:a16="http://schemas.microsoft.com/office/drawing/2014/main" id="{5F010C91-00AD-E22E-7D78-03212E6D3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350043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2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3" name="직사각형 25">
              <a:extLst>
                <a:ext uri="{FF2B5EF4-FFF2-40B4-BE49-F238E27FC236}">
                  <a16:creationId xmlns:a16="http://schemas.microsoft.com/office/drawing/2014/main" id="{D344DC7A-4ACA-A99B-BF5F-D9D1B6BF9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350043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-6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4" name="직사각형 26">
              <a:extLst>
                <a:ext uri="{FF2B5EF4-FFF2-40B4-BE49-F238E27FC236}">
                  <a16:creationId xmlns:a16="http://schemas.microsoft.com/office/drawing/2014/main" id="{2B3AC012-EEC6-D0A1-3B72-C83516914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392906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2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5" name="직사각형 27">
              <a:extLst>
                <a:ext uri="{FF2B5EF4-FFF2-40B4-BE49-F238E27FC236}">
                  <a16:creationId xmlns:a16="http://schemas.microsoft.com/office/drawing/2014/main" id="{3A0B4DBE-A22F-003B-2746-3D269C998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392906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5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6" name="직사각형 28">
              <a:extLst>
                <a:ext uri="{FF2B5EF4-FFF2-40B4-BE49-F238E27FC236}">
                  <a16:creationId xmlns:a16="http://schemas.microsoft.com/office/drawing/2014/main" id="{A06E3E02-BE2A-7062-49FC-024C75280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392906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7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7" name="직사각형 29">
              <a:extLst>
                <a:ext uri="{FF2B5EF4-FFF2-40B4-BE49-F238E27FC236}">
                  <a16:creationId xmlns:a16="http://schemas.microsoft.com/office/drawing/2014/main" id="{087F81D1-196E-4529-066B-62F5FF317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4357694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3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8" name="직사각형 30">
              <a:extLst>
                <a:ext uri="{FF2B5EF4-FFF2-40B4-BE49-F238E27FC236}">
                  <a16:creationId xmlns:a16="http://schemas.microsoft.com/office/drawing/2014/main" id="{7AC17E16-BDA1-7FF1-D59B-69AF2AA1E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4357694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3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39" name="직사각형 31">
              <a:extLst>
                <a:ext uri="{FF2B5EF4-FFF2-40B4-BE49-F238E27FC236}">
                  <a16:creationId xmlns:a16="http://schemas.microsoft.com/office/drawing/2014/main" id="{F4276E4C-54CD-F120-9A50-B8E1F6EEE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4357694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3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0" name="직사각형 38">
              <a:extLst>
                <a:ext uri="{FF2B5EF4-FFF2-40B4-BE49-F238E27FC236}">
                  <a16:creationId xmlns:a16="http://schemas.microsoft.com/office/drawing/2014/main" id="{005F21B4-C669-EA04-3865-61F2E4678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4786322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4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1" name="직사각형 39">
              <a:extLst>
                <a:ext uri="{FF2B5EF4-FFF2-40B4-BE49-F238E27FC236}">
                  <a16:creationId xmlns:a16="http://schemas.microsoft.com/office/drawing/2014/main" id="{FB3FB83F-3C95-F030-E9D5-C49DE5205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4786322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2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2" name="직사각형 40">
              <a:extLst>
                <a:ext uri="{FF2B5EF4-FFF2-40B4-BE49-F238E27FC236}">
                  <a16:creationId xmlns:a16="http://schemas.microsoft.com/office/drawing/2014/main" id="{41BFB65D-5637-D887-9E49-851F509C4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4786322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11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3" name="직사각형 41">
              <a:extLst>
                <a:ext uri="{FF2B5EF4-FFF2-40B4-BE49-F238E27FC236}">
                  <a16:creationId xmlns:a16="http://schemas.microsoft.com/office/drawing/2014/main" id="{E6242542-B9DF-AA40-3479-96D80A11C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521495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5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4" name="직사각형 42">
              <a:extLst>
                <a:ext uri="{FF2B5EF4-FFF2-40B4-BE49-F238E27FC236}">
                  <a16:creationId xmlns:a16="http://schemas.microsoft.com/office/drawing/2014/main" id="{189FB6EE-C220-E0A5-47F8-3BF228FAE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521495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0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5" name="직사각형 43">
              <a:extLst>
                <a:ext uri="{FF2B5EF4-FFF2-40B4-BE49-F238E27FC236}">
                  <a16:creationId xmlns:a16="http://schemas.microsoft.com/office/drawing/2014/main" id="{1F2EB5F9-8221-7EDA-E95C-EADDF27C7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521495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5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6" name="직사각형 44">
              <a:extLst>
                <a:ext uri="{FF2B5EF4-FFF2-40B4-BE49-F238E27FC236}">
                  <a16:creationId xmlns:a16="http://schemas.microsoft.com/office/drawing/2014/main" id="{7A665C9E-B6CB-263D-74AB-2632E21A8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564357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6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7" name="직사각형 45">
              <a:extLst>
                <a:ext uri="{FF2B5EF4-FFF2-40B4-BE49-F238E27FC236}">
                  <a16:creationId xmlns:a16="http://schemas.microsoft.com/office/drawing/2014/main" id="{0098C064-51CA-D266-A8B3-419155B78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564357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0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8" name="직사각형 46">
              <a:extLst>
                <a:ext uri="{FF2B5EF4-FFF2-40B4-BE49-F238E27FC236}">
                  <a16:creationId xmlns:a16="http://schemas.microsoft.com/office/drawing/2014/main" id="{40738579-0EAF-99D3-8078-ABFAAC49E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5643578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-1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49" name="직사각형 47">
              <a:extLst>
                <a:ext uri="{FF2B5EF4-FFF2-40B4-BE49-F238E27FC236}">
                  <a16:creationId xmlns:a16="http://schemas.microsoft.com/office/drawing/2014/main" id="{0001C96F-BFE4-4D83-4D64-E8A2B027D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60" y="607220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6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50" name="직사각형 48">
              <a:extLst>
                <a:ext uri="{FF2B5EF4-FFF2-40B4-BE49-F238E27FC236}">
                  <a16:creationId xmlns:a16="http://schemas.microsoft.com/office/drawing/2014/main" id="{E0B2B039-38BC-4F70-4366-12EFD9A04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607220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5</a:t>
              </a:r>
              <a:endParaRPr lang="ko-KR" altLang="en-US" sz="1800">
                <a:solidFill>
                  <a:srgbClr val="00000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7451" name="직사각형 49">
              <a:extLst>
                <a:ext uri="{FF2B5EF4-FFF2-40B4-BE49-F238E27FC236}">
                  <a16:creationId xmlns:a16="http://schemas.microsoft.com/office/drawing/2014/main" id="{B82C8046-E041-80FB-71A0-C931375D9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38" y="6072206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B05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-8</a:t>
              </a:r>
              <a:endParaRPr lang="ko-KR" altLang="en-US" sz="1800">
                <a:solidFill>
                  <a:srgbClr val="00B050"/>
                </a:solidFill>
                <a:latin typeface="Tahoma" panose="020B0604030504040204" pitchFamily="34" charset="0"/>
                <a:ea typeface="굴림" panose="020B0600000101010101" pitchFamily="50" charset="-127"/>
              </a:endParaRPr>
            </a:p>
          </p:txBody>
        </p:sp>
        <p:grpSp>
          <p:nvGrpSpPr>
            <p:cNvPr id="17452" name="그룹 39">
              <a:extLst>
                <a:ext uri="{FF2B5EF4-FFF2-40B4-BE49-F238E27FC236}">
                  <a16:creationId xmlns:a16="http://schemas.microsoft.com/office/drawing/2014/main" id="{18140C16-7AC8-C5D3-9AAA-FBF3C4FB20A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72132" y="1571612"/>
              <a:ext cx="142876" cy="4714910"/>
              <a:chOff x="4929190" y="4500570"/>
              <a:chExt cx="215108" cy="1716100"/>
            </a:xfrm>
          </p:grpSpPr>
          <p:cxnSp>
            <p:nvCxnSpPr>
              <p:cNvPr id="17453" name="직선 연결선 55">
                <a:extLst>
                  <a:ext uri="{FF2B5EF4-FFF2-40B4-BE49-F238E27FC236}">
                    <a16:creationId xmlns:a16="http://schemas.microsoft.com/office/drawing/2014/main" id="{A1C4C96E-33D0-4116-0EE9-ECC92ABCBA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4072728" y="5357826"/>
                <a:ext cx="1714512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54" name="직선 연결선 56">
                <a:extLst>
                  <a:ext uri="{FF2B5EF4-FFF2-40B4-BE49-F238E27FC236}">
                    <a16:creationId xmlns:a16="http://schemas.microsoft.com/office/drawing/2014/main" id="{6964FEC3-A974-FD07-1FA8-9A31ED6B60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929984" y="6215082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55" name="직선 연결선 57">
                <a:extLst>
                  <a:ext uri="{FF2B5EF4-FFF2-40B4-BE49-F238E27FC236}">
                    <a16:creationId xmlns:a16="http://schemas.microsoft.com/office/drawing/2014/main" id="{51A1D192-C170-967B-CFAA-348EAA06C0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929984" y="4500570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파스텔톤">
  <a:themeElements>
    <a:clrScheme name="파스텔톤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파스텔톤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solidFill>
          <a:srgbClr val="99FF33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defRPr sz="2000" b="1" dirty="0" smtClean="0">
            <a:solidFill>
              <a:srgbClr val="FF0000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파스텔톤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와이드스크린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Arial</vt:lpstr>
      <vt:lpstr>Tahoma</vt:lpstr>
      <vt:lpstr>Wingdings</vt:lpstr>
      <vt:lpstr>파스텔톤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경미 문</dc:creator>
  <cp:lastModifiedBy>경미 문</cp:lastModifiedBy>
  <cp:revision>1</cp:revision>
  <dcterms:created xsi:type="dcterms:W3CDTF">2026-08-13T01:07:22Z</dcterms:created>
  <dcterms:modified xsi:type="dcterms:W3CDTF">2026-08-13T01:07:55Z</dcterms:modified>
</cp:coreProperties>
</file>